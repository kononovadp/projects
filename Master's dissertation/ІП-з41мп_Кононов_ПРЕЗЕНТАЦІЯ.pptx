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8"/>
  </p:notesMasterIdLst>
  <p:sldIdLst>
    <p:sldId id="269" r:id="rId2"/>
    <p:sldId id="258" r:id="rId3"/>
    <p:sldId id="259" r:id="rId4"/>
    <p:sldId id="260" r:id="rId5"/>
    <p:sldId id="261" r:id="rId6"/>
    <p:sldId id="270" r:id="rId7"/>
    <p:sldId id="262" r:id="rId8"/>
    <p:sldId id="271" r:id="rId9"/>
    <p:sldId id="263" r:id="rId10"/>
    <p:sldId id="272" r:id="rId11"/>
    <p:sldId id="264" r:id="rId12"/>
    <p:sldId id="275" r:id="rId13"/>
    <p:sldId id="276" r:id="rId14"/>
    <p:sldId id="265" r:id="rId15"/>
    <p:sldId id="266" r:id="rId16"/>
    <p:sldId id="268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7" autoAdjust="0"/>
    <p:restoredTop sz="94660"/>
  </p:normalViewPr>
  <p:slideViewPr>
    <p:cSldViewPr snapToGrid="0">
      <p:cViewPr varScale="1">
        <p:scale>
          <a:sx n="84" d="100"/>
          <a:sy n="84" d="100"/>
        </p:scale>
        <p:origin x="-96" y="-2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7700B4-C52F-439D-9DCA-2EB531CE2F8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E928F87-64F5-4E0D-BAC5-AFDE28A575F2}">
      <dgm:prSet phldrT="[Текст]" custT="1"/>
      <dgm:spPr>
        <a:xfrm>
          <a:off x="0" y="2904"/>
          <a:ext cx="2285411" cy="5943581"/>
        </a:xfrm>
        <a:prstGeom prst="rect">
          <a:avLst/>
        </a:prstGeom>
        <a:noFill/>
        <a:ln>
          <a:noFill/>
        </a:ln>
        <a:effectLst/>
      </dgm:spPr>
      <dgm:t>
        <a:bodyPr anchor="ctr" anchorCtr="0"/>
        <a:lstStyle/>
        <a:p>
          <a:r>
            <a:rPr lang="uk-UA" sz="2000" b="1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Онлайн-сервіси та стандартні</a:t>
          </a:r>
          <a:r>
            <a:rPr lang="ru-RU" sz="2000" b="1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 </a:t>
          </a:r>
          <a:r>
            <a:rPr lang="uk-UA" sz="2000" b="1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калькулятори</a:t>
          </a:r>
          <a:r>
            <a:rPr lang="ru-RU" sz="2000" b="1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 </a:t>
          </a:r>
          <a:r>
            <a:rPr lang="uk-UA" sz="2000" b="1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операційних</a:t>
          </a:r>
          <a:r>
            <a:rPr lang="ru-RU" sz="2000" b="1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 систем</a:t>
          </a:r>
          <a:endParaRPr lang="uk-UA" sz="2000" b="1" noProof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Arial"/>
          </a:endParaRPr>
        </a:p>
      </dgm:t>
    </dgm:pt>
    <dgm:pt modelId="{DFE57B22-5D2C-4047-8C4A-E39FF99A1102}" type="parTrans" cxnId="{E7010158-5C8F-4D6A-852E-D403D98F0C67}">
      <dgm:prSet/>
      <dgm:spPr/>
      <dgm:t>
        <a:bodyPr/>
        <a:lstStyle/>
        <a:p>
          <a:endParaRPr lang="uk-UA" noProof="0"/>
        </a:p>
      </dgm:t>
    </dgm:pt>
    <dgm:pt modelId="{77F677B2-BD62-4C7F-B7DA-A6E8CCD28D31}" type="sibTrans" cxnId="{E7010158-5C8F-4D6A-852E-D403D98F0C67}">
      <dgm:prSet/>
      <dgm:spPr/>
      <dgm:t>
        <a:bodyPr/>
        <a:lstStyle/>
        <a:p>
          <a:endParaRPr lang="uk-UA" noProof="0"/>
        </a:p>
      </dgm:t>
    </dgm:pt>
    <dgm:pt modelId="{A69E21A3-60D1-43D8-BF7B-8FDD763F9F7F}">
      <dgm:prSet phldrT="[Текст]" custT="1"/>
      <dgm:spPr>
        <a:xfrm>
          <a:off x="2413998" y="138579"/>
          <a:ext cx="6729412" cy="5670428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uk-UA" sz="1800" b="1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Недоліки: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/>
          </a:r>
          <a:b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</a:br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обмежена точність обчислень;
</a:t>
          </a:r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відсутність підтримки надвеликих чисел;</a:t>
          </a:r>
        </a:p>
        <a:p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залежність від </a:t>
          </a:r>
          <a:r>
            <a:rPr lang="uk-UA" sz="1800" noProof="0" dirty="0" err="1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інтернет-з’єднання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;</a:t>
          </a:r>
        </a:p>
        <a:p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працюють лише зі стандартними типами даних</a:t>
          </a:r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;</a:t>
          </a:r>
        </a:p>
        <a:p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відсутні спеціалізовані машинобудівні модулі</a:t>
          </a:r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;</a:t>
          </a:r>
          <a:endParaRPr lang="uk-UA" sz="1800" noProof="0" dirty="0" smtClean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Arial"/>
          </a:endParaRPr>
        </a:p>
        <a:p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закриті алгоритми, неможливість верифікації.</a:t>
          </a:r>
        </a:p>
        <a:p>
          <a:r>
            <a:rPr lang="uk-UA" sz="1800" b="1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Покращення в проекті:</a:t>
          </a:r>
        </a:p>
        <a:p>
          <a:r>
            <a:rPr lang="ru-RU" sz="1800" b="1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реалізовано довгу арифметику з керованою точністю;
</a:t>
          </a:r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забезпечено автономну (офлайн) роботу;
</a:t>
          </a:r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повна прозорість алгоритмів обчислень.</a:t>
          </a:r>
        </a:p>
        <a:p>
          <a:r>
            <a:rPr lang="ru-RU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інтеграція прикладних інженерних розрахунків (вага металопрокату, канатів тощо).</a:t>
          </a:r>
        </a:p>
      </dgm:t>
    </dgm:pt>
    <dgm:pt modelId="{89AA6B71-DDBF-4407-95C2-DB4780B6BACC}" type="parTrans" cxnId="{C0FD8398-8BEB-465E-B54E-7FF8E2B59250}">
      <dgm:prSet/>
      <dgm:spPr/>
      <dgm:t>
        <a:bodyPr/>
        <a:lstStyle/>
        <a:p>
          <a:endParaRPr lang="uk-UA" noProof="0"/>
        </a:p>
      </dgm:t>
    </dgm:pt>
    <dgm:pt modelId="{2FCBA3DA-A3E4-4CB2-9BED-67233D392913}" type="sibTrans" cxnId="{C0FD8398-8BEB-465E-B54E-7FF8E2B59250}">
      <dgm:prSet/>
      <dgm:spPr/>
      <dgm:t>
        <a:bodyPr/>
        <a:lstStyle/>
        <a:p>
          <a:endParaRPr lang="uk-UA" noProof="0"/>
        </a:p>
      </dgm:t>
    </dgm:pt>
    <dgm:pt modelId="{C998FD82-D757-4693-A267-28FA42355BD0}" type="pres">
      <dgm:prSet presAssocID="{B27700B4-C52F-439D-9DCA-2EB531CE2F84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3958398C-23B8-47F4-A8CA-C1D9D7B5FE2D}" type="pres">
      <dgm:prSet presAssocID="{9E928F87-64F5-4E0D-BAC5-AFDE28A575F2}" presName="thickLine" presStyleLbl="alignNode1" presStyleIdx="0" presStyleCnt="1" custLinFactNeighborY="-190"/>
      <dgm:spPr>
        <a:xfrm>
          <a:off x="0" y="2904"/>
          <a:ext cx="9144000" cy="0"/>
        </a:xfrm>
        <a:prstGeom prst="line">
          <a:avLst/>
        </a:prstGeom>
        <a:solidFill>
          <a:srgbClr val="BBE0E3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BBE0E3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ru-RU"/>
        </a:p>
      </dgm:t>
    </dgm:pt>
    <dgm:pt modelId="{43F71896-D5E3-47B7-BADC-0B1E4EA6958B}" type="pres">
      <dgm:prSet presAssocID="{9E928F87-64F5-4E0D-BAC5-AFDE28A575F2}" presName="horz1" presStyleCnt="0"/>
      <dgm:spPr/>
    </dgm:pt>
    <dgm:pt modelId="{B8719B09-AB4A-4359-9893-1C58238596B6}" type="pres">
      <dgm:prSet presAssocID="{9E928F87-64F5-4E0D-BAC5-AFDE28A575F2}" presName="tx1" presStyleLbl="revTx" presStyleIdx="0" presStyleCnt="2" custScaleX="133299"/>
      <dgm:spPr/>
      <dgm:t>
        <a:bodyPr/>
        <a:lstStyle/>
        <a:p>
          <a:endParaRPr lang="ru-RU"/>
        </a:p>
      </dgm:t>
    </dgm:pt>
    <dgm:pt modelId="{291E64D8-7C88-426F-AA9B-FF0450430CD3}" type="pres">
      <dgm:prSet presAssocID="{9E928F87-64F5-4E0D-BAC5-AFDE28A575F2}" presName="vert1" presStyleCnt="0"/>
      <dgm:spPr/>
    </dgm:pt>
    <dgm:pt modelId="{09A1CC8D-82CA-49F1-8271-7DB6C626CC00}" type="pres">
      <dgm:prSet presAssocID="{A69E21A3-60D1-43D8-BF7B-8FDD763F9F7F}" presName="vertSpace2a" presStyleCnt="0"/>
      <dgm:spPr/>
    </dgm:pt>
    <dgm:pt modelId="{0A0BCA8B-D734-43F1-8A62-29B5E8328402}" type="pres">
      <dgm:prSet presAssocID="{A69E21A3-60D1-43D8-BF7B-8FDD763F9F7F}" presName="horz2" presStyleCnt="0"/>
      <dgm:spPr/>
    </dgm:pt>
    <dgm:pt modelId="{953A68A5-2902-4ADA-90B0-BCA59833C485}" type="pres">
      <dgm:prSet presAssocID="{A69E21A3-60D1-43D8-BF7B-8FDD763F9F7F}" presName="horzSpace2" presStyleCnt="0"/>
      <dgm:spPr/>
    </dgm:pt>
    <dgm:pt modelId="{A59AB5F0-DB0B-4E78-9A9D-9A7D4FB1FE83}" type="pres">
      <dgm:prSet presAssocID="{A69E21A3-60D1-43D8-BF7B-8FDD763F9F7F}" presName="tx2" presStyleLbl="revTx" presStyleIdx="1" presStyleCnt="2" custScaleX="102965" custScaleY="106823" custLinFactNeighborY="4512"/>
      <dgm:spPr/>
      <dgm:t>
        <a:bodyPr/>
        <a:lstStyle/>
        <a:p>
          <a:endParaRPr lang="ru-RU"/>
        </a:p>
      </dgm:t>
    </dgm:pt>
    <dgm:pt modelId="{A5DD35B3-0062-4FD5-B9F2-130F0B6D28DC}" type="pres">
      <dgm:prSet presAssocID="{A69E21A3-60D1-43D8-BF7B-8FDD763F9F7F}" presName="vert2" presStyleCnt="0"/>
      <dgm:spPr/>
    </dgm:pt>
    <dgm:pt modelId="{E2224506-CFF6-45F2-84A6-2B5D745D28A0}" type="pres">
      <dgm:prSet presAssocID="{A69E21A3-60D1-43D8-BF7B-8FDD763F9F7F}" presName="thinLine2b" presStyleLbl="callout" presStyleIdx="0" presStyleCnt="1"/>
      <dgm:spPr>
        <a:xfrm>
          <a:off x="2285411" y="5809008"/>
          <a:ext cx="6858000" cy="0"/>
        </a:xfrm>
        <a:prstGeom prst="line">
          <a:avLst/>
        </a:prstGeom>
        <a:solidFill>
          <a:srgbClr val="BBE0E3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BBE0E3">
              <a:tint val="5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ru-RU"/>
        </a:p>
      </dgm:t>
    </dgm:pt>
    <dgm:pt modelId="{C038737A-E854-44AF-9276-CE8E38212B17}" type="pres">
      <dgm:prSet presAssocID="{A69E21A3-60D1-43D8-BF7B-8FDD763F9F7F}" presName="vertSpace2b" presStyleCnt="0"/>
      <dgm:spPr/>
    </dgm:pt>
  </dgm:ptLst>
  <dgm:cxnLst>
    <dgm:cxn modelId="{E7010158-5C8F-4D6A-852E-D403D98F0C67}" srcId="{B27700B4-C52F-439D-9DCA-2EB531CE2F84}" destId="{9E928F87-64F5-4E0D-BAC5-AFDE28A575F2}" srcOrd="0" destOrd="0" parTransId="{DFE57B22-5D2C-4047-8C4A-E39FF99A1102}" sibTransId="{77F677B2-BD62-4C7F-B7DA-A6E8CCD28D31}"/>
    <dgm:cxn modelId="{F73C2B9E-D1A9-45C4-9796-A654EA9EA1D1}" type="presOf" srcId="{B27700B4-C52F-439D-9DCA-2EB531CE2F84}" destId="{C998FD82-D757-4693-A267-28FA42355BD0}" srcOrd="0" destOrd="0" presId="urn:microsoft.com/office/officeart/2008/layout/LinedList"/>
    <dgm:cxn modelId="{C0FD8398-8BEB-465E-B54E-7FF8E2B59250}" srcId="{9E928F87-64F5-4E0D-BAC5-AFDE28A575F2}" destId="{A69E21A3-60D1-43D8-BF7B-8FDD763F9F7F}" srcOrd="0" destOrd="0" parTransId="{89AA6B71-DDBF-4407-95C2-DB4780B6BACC}" sibTransId="{2FCBA3DA-A3E4-4CB2-9BED-67233D392913}"/>
    <dgm:cxn modelId="{FDBBDB2C-ADFB-4F1B-BA24-1A0288764F82}" type="presOf" srcId="{9E928F87-64F5-4E0D-BAC5-AFDE28A575F2}" destId="{B8719B09-AB4A-4359-9893-1C58238596B6}" srcOrd="0" destOrd="0" presId="urn:microsoft.com/office/officeart/2008/layout/LinedList"/>
    <dgm:cxn modelId="{61293ADF-DA17-40B2-A4F9-18439AD5F2D6}" type="presOf" srcId="{A69E21A3-60D1-43D8-BF7B-8FDD763F9F7F}" destId="{A59AB5F0-DB0B-4E78-9A9D-9A7D4FB1FE83}" srcOrd="0" destOrd="0" presId="urn:microsoft.com/office/officeart/2008/layout/LinedList"/>
    <dgm:cxn modelId="{D1A923DD-6019-4A4A-9167-C8B2702E86DE}" type="presParOf" srcId="{C998FD82-D757-4693-A267-28FA42355BD0}" destId="{3958398C-23B8-47F4-A8CA-C1D9D7B5FE2D}" srcOrd="0" destOrd="0" presId="urn:microsoft.com/office/officeart/2008/layout/LinedList"/>
    <dgm:cxn modelId="{98778091-F905-4A35-9214-8AADBD9D9A31}" type="presParOf" srcId="{C998FD82-D757-4693-A267-28FA42355BD0}" destId="{43F71896-D5E3-47B7-BADC-0B1E4EA6958B}" srcOrd="1" destOrd="0" presId="urn:microsoft.com/office/officeart/2008/layout/LinedList"/>
    <dgm:cxn modelId="{BB55162B-8CF7-4AFA-88F9-36AB33B02E3D}" type="presParOf" srcId="{43F71896-D5E3-47B7-BADC-0B1E4EA6958B}" destId="{B8719B09-AB4A-4359-9893-1C58238596B6}" srcOrd="0" destOrd="0" presId="urn:microsoft.com/office/officeart/2008/layout/LinedList"/>
    <dgm:cxn modelId="{AF023602-581A-4C9D-A91D-2138133845DB}" type="presParOf" srcId="{43F71896-D5E3-47B7-BADC-0B1E4EA6958B}" destId="{291E64D8-7C88-426F-AA9B-FF0450430CD3}" srcOrd="1" destOrd="0" presId="urn:microsoft.com/office/officeart/2008/layout/LinedList"/>
    <dgm:cxn modelId="{DDE2D0E8-18B6-4F9C-AC30-B6634821C010}" type="presParOf" srcId="{291E64D8-7C88-426F-AA9B-FF0450430CD3}" destId="{09A1CC8D-82CA-49F1-8271-7DB6C626CC00}" srcOrd="0" destOrd="0" presId="urn:microsoft.com/office/officeart/2008/layout/LinedList"/>
    <dgm:cxn modelId="{17E7107A-00B3-412D-BDEE-21D8D68DD9DA}" type="presParOf" srcId="{291E64D8-7C88-426F-AA9B-FF0450430CD3}" destId="{0A0BCA8B-D734-43F1-8A62-29B5E8328402}" srcOrd="1" destOrd="0" presId="urn:microsoft.com/office/officeart/2008/layout/LinedList"/>
    <dgm:cxn modelId="{A37BB3F3-020A-44CB-A5E7-1C81B8E900E9}" type="presParOf" srcId="{0A0BCA8B-D734-43F1-8A62-29B5E8328402}" destId="{953A68A5-2902-4ADA-90B0-BCA59833C485}" srcOrd="0" destOrd="0" presId="urn:microsoft.com/office/officeart/2008/layout/LinedList"/>
    <dgm:cxn modelId="{0B8315E1-FBF5-4DDD-9F20-CD0D56D0F092}" type="presParOf" srcId="{0A0BCA8B-D734-43F1-8A62-29B5E8328402}" destId="{A59AB5F0-DB0B-4E78-9A9D-9A7D4FB1FE83}" srcOrd="1" destOrd="0" presId="urn:microsoft.com/office/officeart/2008/layout/LinedList"/>
    <dgm:cxn modelId="{84D1229C-1BB1-4607-812D-48E96567D356}" type="presParOf" srcId="{0A0BCA8B-D734-43F1-8A62-29B5E8328402}" destId="{A5DD35B3-0062-4FD5-B9F2-130F0B6D28DC}" srcOrd="2" destOrd="0" presId="urn:microsoft.com/office/officeart/2008/layout/LinedList"/>
    <dgm:cxn modelId="{B0FDDB7F-AA2D-4242-B5F6-2C167EE788BC}" type="presParOf" srcId="{291E64D8-7C88-426F-AA9B-FF0450430CD3}" destId="{E2224506-CFF6-45F2-84A6-2B5D745D28A0}" srcOrd="2" destOrd="0" presId="urn:microsoft.com/office/officeart/2008/layout/LinedList"/>
    <dgm:cxn modelId="{6BE487C7-F4A3-4E42-8705-1DC8E417920E}" type="presParOf" srcId="{291E64D8-7C88-426F-AA9B-FF0450430CD3}" destId="{C038737A-E854-44AF-9276-CE8E38212B17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7700B4-C52F-439D-9DCA-2EB531CE2F8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E928F87-64F5-4E0D-BAC5-AFDE28A575F2}">
      <dgm:prSet phldrT="[Текст]" custT="1"/>
      <dgm:spPr>
        <a:xfrm>
          <a:off x="0" y="2904"/>
          <a:ext cx="2285411" cy="5943581"/>
        </a:xfrm>
        <a:noFill/>
        <a:ln>
          <a:noFill/>
        </a:ln>
        <a:effectLst/>
      </dgm:spPr>
      <dgm:t>
        <a:bodyPr anchor="ctr" anchorCtr="0"/>
        <a:lstStyle/>
        <a:p>
          <a:r>
            <a:rPr lang="uk-UA" sz="2000" b="1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Математичні пакети загального призначення та бібліотеки довгої арифметики</a:t>
          </a:r>
        </a:p>
      </dgm:t>
    </dgm:pt>
    <dgm:pt modelId="{DFE57B22-5D2C-4047-8C4A-E39FF99A1102}" type="parTrans" cxnId="{E7010158-5C8F-4D6A-852E-D403D98F0C67}">
      <dgm:prSet/>
      <dgm:spPr/>
      <dgm:t>
        <a:bodyPr/>
        <a:lstStyle/>
        <a:p>
          <a:endParaRPr lang="uk-UA" noProof="0"/>
        </a:p>
      </dgm:t>
    </dgm:pt>
    <dgm:pt modelId="{77F677B2-BD62-4C7F-B7DA-A6E8CCD28D31}" type="sibTrans" cxnId="{E7010158-5C8F-4D6A-852E-D403D98F0C67}">
      <dgm:prSet/>
      <dgm:spPr/>
      <dgm:t>
        <a:bodyPr/>
        <a:lstStyle/>
        <a:p>
          <a:endParaRPr lang="uk-UA" noProof="0"/>
        </a:p>
      </dgm:t>
    </dgm:pt>
    <dgm:pt modelId="{A69E21A3-60D1-43D8-BF7B-8FDD763F9F7F}">
      <dgm:prSet phldrT="[Текст]" custT="1"/>
      <dgm:spPr>
        <a:xfrm>
          <a:off x="2413998" y="138579"/>
          <a:ext cx="6729412" cy="5670428"/>
        </a:xfrm>
        <a:noFill/>
        <a:ln>
          <a:noFill/>
        </a:ln>
        <a:effectLst/>
      </dgm:spPr>
      <dgm:t>
        <a:bodyPr/>
        <a:lstStyle/>
        <a:p>
          <a:r>
            <a:rPr lang="uk-UA" sz="1800" b="1" noProof="0" dirty="0" smtClean="0">
              <a:solidFill>
                <a:srgbClr val="000000"/>
              </a:solidFill>
              <a:latin typeface="+mj-lt"/>
            </a:rPr>
            <a:t>Недоліки: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/>
          </a:r>
          <a:br>
            <a:rPr lang="uk-UA" sz="1800" noProof="0" dirty="0" smtClean="0">
              <a:solidFill>
                <a:srgbClr val="000000"/>
              </a:solidFill>
              <a:latin typeface="+mj-lt"/>
            </a:rPr>
          </a:br>
          <a:r>
            <a:rPr lang="ru-RU" sz="18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>надлишкова функціональність для вузьких інженерних задач</a:t>
          </a:r>
          <a:r>
            <a:rPr lang="ru-RU" sz="1800" noProof="0" dirty="0" smtClean="0">
              <a:solidFill>
                <a:srgbClr val="000000"/>
              </a:solidFill>
              <a:latin typeface="+mj-lt"/>
            </a:rPr>
            <a:t>;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>
</a:t>
          </a:r>
          <a:r>
            <a:rPr lang="ru-RU" sz="18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>високі системні вимоги;</a:t>
          </a:r>
        </a:p>
        <a:p>
          <a:r>
            <a:rPr lang="ru-RU" sz="18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>складність освоєння: орієнтовані на дуже досвідчених користувачів або програмістів;</a:t>
          </a:r>
        </a:p>
        <a:p>
          <a:r>
            <a:rPr lang="ru-RU" sz="18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>не інтегровані з виробничими розрахунками</a:t>
          </a:r>
          <a:r>
            <a:rPr lang="ru-RU" sz="1800" noProof="0" dirty="0" smtClean="0">
              <a:solidFill>
                <a:srgbClr val="000000"/>
              </a:solidFill>
              <a:latin typeface="+mj-lt"/>
            </a:rPr>
            <a:t>;</a:t>
          </a:r>
        </a:p>
        <a:p>
          <a:r>
            <a:rPr lang="ru-RU" sz="18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>відсутні спеціалізовані машинобудівні модулі</a:t>
          </a:r>
          <a:r>
            <a:rPr lang="ru-RU" sz="1800" noProof="0" dirty="0" smtClean="0">
              <a:solidFill>
                <a:srgbClr val="000000"/>
              </a:solidFill>
              <a:latin typeface="+mj-lt"/>
            </a:rPr>
            <a:t>;</a:t>
          </a:r>
          <a:endParaRPr lang="uk-UA" sz="1800" noProof="0" dirty="0" smtClean="0">
            <a:solidFill>
              <a:srgbClr val="000000"/>
            </a:solidFill>
            <a:latin typeface="+mj-lt"/>
          </a:endParaRPr>
        </a:p>
        <a:p>
          <a:r>
            <a:rPr lang="ru-RU" sz="18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>потребують ліцензій.</a:t>
          </a:r>
        </a:p>
        <a:p>
          <a:r>
            <a:rPr lang="uk-UA" sz="1800" b="1" noProof="0" dirty="0" smtClean="0">
              <a:solidFill>
                <a:srgbClr val="000000"/>
              </a:solidFill>
              <a:latin typeface="+mj-lt"/>
            </a:rPr>
            <a:t>Покращення в проекті:</a:t>
          </a:r>
        </a:p>
        <a:p>
          <a:r>
            <a:rPr lang="ru-RU" sz="1800" b="1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b="0" noProof="0" dirty="0" smtClean="0">
              <a:solidFill>
                <a:srgbClr val="000000"/>
              </a:solidFill>
              <a:latin typeface="+mj-lt"/>
            </a:rPr>
            <a:t>орієнтація виключно на прикладні інженерні задачі;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>
</a:t>
          </a:r>
          <a:r>
            <a:rPr lang="ru-RU" sz="18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>низькі апаратні вимоги;
</a:t>
          </a:r>
          <a:r>
            <a:rPr lang="ru-RU" sz="18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noProof="0" dirty="0" smtClean="0">
              <a:solidFill>
                <a:srgbClr val="000000"/>
              </a:solidFill>
              <a:latin typeface="+mj-lt"/>
            </a:rPr>
            <a:t>простий користувацький інтерфейс.</a:t>
          </a:r>
          <a:endParaRPr lang="uk-UA" sz="1800" noProof="0" dirty="0" smtClean="0">
            <a:solidFill>
              <a:srgbClr val="000000"/>
            </a:solidFill>
            <a:latin typeface="+mj-lt"/>
            <a:ea typeface="+mn-ea"/>
            <a:cs typeface="Arial"/>
          </a:endParaRPr>
        </a:p>
      </dgm:t>
    </dgm:pt>
    <dgm:pt modelId="{89AA6B71-DDBF-4407-95C2-DB4780B6BACC}" type="parTrans" cxnId="{C0FD8398-8BEB-465E-B54E-7FF8E2B59250}">
      <dgm:prSet/>
      <dgm:spPr/>
      <dgm:t>
        <a:bodyPr/>
        <a:lstStyle/>
        <a:p>
          <a:endParaRPr lang="uk-UA" noProof="0"/>
        </a:p>
      </dgm:t>
    </dgm:pt>
    <dgm:pt modelId="{2FCBA3DA-A3E4-4CB2-9BED-67233D392913}" type="sibTrans" cxnId="{C0FD8398-8BEB-465E-B54E-7FF8E2B59250}">
      <dgm:prSet/>
      <dgm:spPr/>
      <dgm:t>
        <a:bodyPr/>
        <a:lstStyle/>
        <a:p>
          <a:endParaRPr lang="uk-UA" noProof="0"/>
        </a:p>
      </dgm:t>
    </dgm:pt>
    <dgm:pt modelId="{C998FD82-D757-4693-A267-28FA42355BD0}" type="pres">
      <dgm:prSet presAssocID="{B27700B4-C52F-439D-9DCA-2EB531CE2F84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3958398C-23B8-47F4-A8CA-C1D9D7B5FE2D}" type="pres">
      <dgm:prSet presAssocID="{9E928F87-64F5-4E0D-BAC5-AFDE28A575F2}" presName="thickLine" presStyleLbl="alignNode1" presStyleIdx="0" presStyleCnt="1" custLinFactNeighborY="-190"/>
      <dgm:spPr>
        <a:xfrm>
          <a:off x="0" y="2904"/>
          <a:ext cx="9144000" cy="0"/>
        </a:xfrm>
        <a:prstGeom prst="line">
          <a:avLst/>
        </a:prstGeom>
        <a:solidFill>
          <a:srgbClr val="BBE0E3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BBE0E3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ru-RU"/>
        </a:p>
      </dgm:t>
    </dgm:pt>
    <dgm:pt modelId="{43F71896-D5E3-47B7-BADC-0B1E4EA6958B}" type="pres">
      <dgm:prSet presAssocID="{9E928F87-64F5-4E0D-BAC5-AFDE28A575F2}" presName="horz1" presStyleCnt="0"/>
      <dgm:spPr/>
    </dgm:pt>
    <dgm:pt modelId="{B8719B09-AB4A-4359-9893-1C58238596B6}" type="pres">
      <dgm:prSet presAssocID="{9E928F87-64F5-4E0D-BAC5-AFDE28A575F2}" presName="tx1" presStyleLbl="revTx" presStyleIdx="0" presStyleCnt="2" custScaleX="133299"/>
      <dgm:spPr>
        <a:prstGeom prst="rect">
          <a:avLst/>
        </a:prstGeom>
      </dgm:spPr>
      <dgm:t>
        <a:bodyPr/>
        <a:lstStyle/>
        <a:p>
          <a:endParaRPr lang="ru-RU"/>
        </a:p>
      </dgm:t>
    </dgm:pt>
    <dgm:pt modelId="{291E64D8-7C88-426F-AA9B-FF0450430CD3}" type="pres">
      <dgm:prSet presAssocID="{9E928F87-64F5-4E0D-BAC5-AFDE28A575F2}" presName="vert1" presStyleCnt="0"/>
      <dgm:spPr/>
    </dgm:pt>
    <dgm:pt modelId="{09A1CC8D-82CA-49F1-8271-7DB6C626CC00}" type="pres">
      <dgm:prSet presAssocID="{A69E21A3-60D1-43D8-BF7B-8FDD763F9F7F}" presName="vertSpace2a" presStyleCnt="0"/>
      <dgm:spPr/>
    </dgm:pt>
    <dgm:pt modelId="{0A0BCA8B-D734-43F1-8A62-29B5E8328402}" type="pres">
      <dgm:prSet presAssocID="{A69E21A3-60D1-43D8-BF7B-8FDD763F9F7F}" presName="horz2" presStyleCnt="0"/>
      <dgm:spPr/>
    </dgm:pt>
    <dgm:pt modelId="{953A68A5-2902-4ADA-90B0-BCA59833C485}" type="pres">
      <dgm:prSet presAssocID="{A69E21A3-60D1-43D8-BF7B-8FDD763F9F7F}" presName="horzSpace2" presStyleCnt="0"/>
      <dgm:spPr/>
    </dgm:pt>
    <dgm:pt modelId="{A59AB5F0-DB0B-4E78-9A9D-9A7D4FB1FE83}" type="pres">
      <dgm:prSet presAssocID="{A69E21A3-60D1-43D8-BF7B-8FDD763F9F7F}" presName="tx2" presStyleLbl="revTx" presStyleIdx="1" presStyleCnt="2" custScaleX="102965" custScaleY="106823" custLinFactNeighborY="4512"/>
      <dgm:spPr>
        <a:prstGeom prst="rect">
          <a:avLst/>
        </a:prstGeom>
      </dgm:spPr>
      <dgm:t>
        <a:bodyPr/>
        <a:lstStyle/>
        <a:p>
          <a:endParaRPr lang="ru-RU"/>
        </a:p>
      </dgm:t>
    </dgm:pt>
    <dgm:pt modelId="{A5DD35B3-0062-4FD5-B9F2-130F0B6D28DC}" type="pres">
      <dgm:prSet presAssocID="{A69E21A3-60D1-43D8-BF7B-8FDD763F9F7F}" presName="vert2" presStyleCnt="0"/>
      <dgm:spPr/>
    </dgm:pt>
    <dgm:pt modelId="{E2224506-CFF6-45F2-84A6-2B5D745D28A0}" type="pres">
      <dgm:prSet presAssocID="{A69E21A3-60D1-43D8-BF7B-8FDD763F9F7F}" presName="thinLine2b" presStyleLbl="callout" presStyleIdx="0" presStyleCnt="1"/>
      <dgm:spPr>
        <a:xfrm>
          <a:off x="2285411" y="5809008"/>
          <a:ext cx="6858000" cy="0"/>
        </a:xfrm>
        <a:prstGeom prst="line">
          <a:avLst/>
        </a:prstGeom>
        <a:solidFill>
          <a:srgbClr val="BBE0E3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BBE0E3">
              <a:tint val="5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ru-RU"/>
        </a:p>
      </dgm:t>
    </dgm:pt>
    <dgm:pt modelId="{C038737A-E854-44AF-9276-CE8E38212B17}" type="pres">
      <dgm:prSet presAssocID="{A69E21A3-60D1-43D8-BF7B-8FDD763F9F7F}" presName="vertSpace2b" presStyleCnt="0"/>
      <dgm:spPr/>
    </dgm:pt>
  </dgm:ptLst>
  <dgm:cxnLst>
    <dgm:cxn modelId="{BB084096-FDAD-4440-9F12-FCB567FF79A8}" type="presOf" srcId="{B27700B4-C52F-439D-9DCA-2EB531CE2F84}" destId="{C998FD82-D757-4693-A267-28FA42355BD0}" srcOrd="0" destOrd="0" presId="urn:microsoft.com/office/officeart/2008/layout/LinedList"/>
    <dgm:cxn modelId="{E7010158-5C8F-4D6A-852E-D403D98F0C67}" srcId="{B27700B4-C52F-439D-9DCA-2EB531CE2F84}" destId="{9E928F87-64F5-4E0D-BAC5-AFDE28A575F2}" srcOrd="0" destOrd="0" parTransId="{DFE57B22-5D2C-4047-8C4A-E39FF99A1102}" sibTransId="{77F677B2-BD62-4C7F-B7DA-A6E8CCD28D31}"/>
    <dgm:cxn modelId="{21A66BFC-D23B-44E6-AA1D-F81E71429BBC}" type="presOf" srcId="{9E928F87-64F5-4E0D-BAC5-AFDE28A575F2}" destId="{B8719B09-AB4A-4359-9893-1C58238596B6}" srcOrd="0" destOrd="0" presId="urn:microsoft.com/office/officeart/2008/layout/LinedList"/>
    <dgm:cxn modelId="{C0FD8398-8BEB-465E-B54E-7FF8E2B59250}" srcId="{9E928F87-64F5-4E0D-BAC5-AFDE28A575F2}" destId="{A69E21A3-60D1-43D8-BF7B-8FDD763F9F7F}" srcOrd="0" destOrd="0" parTransId="{89AA6B71-DDBF-4407-95C2-DB4780B6BACC}" sibTransId="{2FCBA3DA-A3E4-4CB2-9BED-67233D392913}"/>
    <dgm:cxn modelId="{2AAAA413-7A85-4114-BECE-0F57B3D253BD}" type="presOf" srcId="{A69E21A3-60D1-43D8-BF7B-8FDD763F9F7F}" destId="{A59AB5F0-DB0B-4E78-9A9D-9A7D4FB1FE83}" srcOrd="0" destOrd="0" presId="urn:microsoft.com/office/officeart/2008/layout/LinedList"/>
    <dgm:cxn modelId="{F9B601F7-6BFA-4F60-A832-EF172164B119}" type="presParOf" srcId="{C998FD82-D757-4693-A267-28FA42355BD0}" destId="{3958398C-23B8-47F4-A8CA-C1D9D7B5FE2D}" srcOrd="0" destOrd="0" presId="urn:microsoft.com/office/officeart/2008/layout/LinedList"/>
    <dgm:cxn modelId="{1E10D850-6091-4411-920D-0BEC79240AD2}" type="presParOf" srcId="{C998FD82-D757-4693-A267-28FA42355BD0}" destId="{43F71896-D5E3-47B7-BADC-0B1E4EA6958B}" srcOrd="1" destOrd="0" presId="urn:microsoft.com/office/officeart/2008/layout/LinedList"/>
    <dgm:cxn modelId="{B66939DE-59E2-49C1-8D87-7699A7326E9C}" type="presParOf" srcId="{43F71896-D5E3-47B7-BADC-0B1E4EA6958B}" destId="{B8719B09-AB4A-4359-9893-1C58238596B6}" srcOrd="0" destOrd="0" presId="urn:microsoft.com/office/officeart/2008/layout/LinedList"/>
    <dgm:cxn modelId="{7A598FC2-3B06-4A20-AEBA-2DDF771FDE45}" type="presParOf" srcId="{43F71896-D5E3-47B7-BADC-0B1E4EA6958B}" destId="{291E64D8-7C88-426F-AA9B-FF0450430CD3}" srcOrd="1" destOrd="0" presId="urn:microsoft.com/office/officeart/2008/layout/LinedList"/>
    <dgm:cxn modelId="{EA94AA0E-24A7-4F67-932E-2FE6B14496CC}" type="presParOf" srcId="{291E64D8-7C88-426F-AA9B-FF0450430CD3}" destId="{09A1CC8D-82CA-49F1-8271-7DB6C626CC00}" srcOrd="0" destOrd="0" presId="urn:microsoft.com/office/officeart/2008/layout/LinedList"/>
    <dgm:cxn modelId="{4EF82122-9940-4F81-B436-D4555D939157}" type="presParOf" srcId="{291E64D8-7C88-426F-AA9B-FF0450430CD3}" destId="{0A0BCA8B-D734-43F1-8A62-29B5E8328402}" srcOrd="1" destOrd="0" presId="urn:microsoft.com/office/officeart/2008/layout/LinedList"/>
    <dgm:cxn modelId="{DA44A91C-4454-4A31-A2FF-3849019F56D3}" type="presParOf" srcId="{0A0BCA8B-D734-43F1-8A62-29B5E8328402}" destId="{953A68A5-2902-4ADA-90B0-BCA59833C485}" srcOrd="0" destOrd="0" presId="urn:microsoft.com/office/officeart/2008/layout/LinedList"/>
    <dgm:cxn modelId="{3D45875C-BB89-4CDA-A51C-659FFD4B6E11}" type="presParOf" srcId="{0A0BCA8B-D734-43F1-8A62-29B5E8328402}" destId="{A59AB5F0-DB0B-4E78-9A9D-9A7D4FB1FE83}" srcOrd="1" destOrd="0" presId="urn:microsoft.com/office/officeart/2008/layout/LinedList"/>
    <dgm:cxn modelId="{33A97AF8-3917-44EA-A556-DA3998009CC2}" type="presParOf" srcId="{0A0BCA8B-D734-43F1-8A62-29B5E8328402}" destId="{A5DD35B3-0062-4FD5-B9F2-130F0B6D28DC}" srcOrd="2" destOrd="0" presId="urn:microsoft.com/office/officeart/2008/layout/LinedList"/>
    <dgm:cxn modelId="{7AEE1624-6FC7-4A6B-8AA5-968EA37AA935}" type="presParOf" srcId="{291E64D8-7C88-426F-AA9B-FF0450430CD3}" destId="{E2224506-CFF6-45F2-84A6-2B5D745D28A0}" srcOrd="2" destOrd="0" presId="urn:microsoft.com/office/officeart/2008/layout/LinedList"/>
    <dgm:cxn modelId="{02759C5C-18E8-4C7C-AB0C-1AEB105A1DC8}" type="presParOf" srcId="{291E64D8-7C88-426F-AA9B-FF0450430CD3}" destId="{C038737A-E854-44AF-9276-CE8E38212B17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42CB29-0ACB-4978-845D-E635CA0FD4D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D1AB665-6050-4DE8-8368-C09829C88792}">
      <dgm:prSet phldrT="[Текст]"/>
      <dgm:spPr/>
      <dgm:t>
        <a:bodyPr/>
        <a:lstStyle/>
        <a:p>
          <a:r>
            <a:rPr lang="uk-UA" dirty="0" smtClean="0">
              <a:solidFill>
                <a:schemeClr val="bg2"/>
              </a:solidFill>
            </a:rPr>
            <a:t>Генератор випадкових наддовгих чисел</a:t>
          </a:r>
          <a:endParaRPr lang="ru-RU" dirty="0">
            <a:solidFill>
              <a:schemeClr val="bg2"/>
            </a:solidFill>
          </a:endParaRPr>
        </a:p>
      </dgm:t>
    </dgm:pt>
    <dgm:pt modelId="{BA75EE44-DDA9-49B5-91F2-EB5346E0584A}" type="parTrans" cxnId="{ADD70A09-5957-4589-85B1-10072E342561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ACEB9938-4486-41E1-AFB0-9ADDC20E3EB6}" type="sibTrans" cxnId="{ADD70A09-5957-4589-85B1-10072E342561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8D83DA8C-AA26-4C49-9F7E-6ED85C5A1C0B}">
      <dgm:prSet phldrT="[Текст]"/>
      <dgm:spPr/>
      <dgm:t>
        <a:bodyPr/>
        <a:lstStyle/>
        <a:p>
          <a:r>
            <a:rPr lang="uk-UA" dirty="0" smtClean="0">
              <a:solidFill>
                <a:schemeClr val="bg2"/>
              </a:solidFill>
            </a:rPr>
            <a:t>За довжиною</a:t>
          </a:r>
          <a:endParaRPr lang="ru-RU" dirty="0">
            <a:solidFill>
              <a:schemeClr val="bg2"/>
            </a:solidFill>
          </a:endParaRPr>
        </a:p>
      </dgm:t>
    </dgm:pt>
    <dgm:pt modelId="{57459AFD-ACD8-4E5E-B9E9-73F9FA39BF0A}" type="parTrans" cxnId="{879726F3-E89C-494A-A5E3-D3C9794F23DD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E8D7B20E-B5C6-4E45-90E2-808AFC563670}" type="sibTrans" cxnId="{879726F3-E89C-494A-A5E3-D3C9794F23DD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E776E073-596D-4941-B946-F77F7561A970}">
      <dgm:prSet phldrT="[Текст]"/>
      <dgm:spPr/>
      <dgm:t>
        <a:bodyPr/>
        <a:lstStyle/>
        <a:p>
          <a:r>
            <a:rPr lang="uk-UA" dirty="0" smtClean="0">
              <a:solidFill>
                <a:schemeClr val="bg2"/>
              </a:solidFill>
            </a:rPr>
            <a:t>В заданому діапазоні</a:t>
          </a:r>
          <a:endParaRPr lang="ru-RU" dirty="0">
            <a:solidFill>
              <a:schemeClr val="bg2"/>
            </a:solidFill>
          </a:endParaRPr>
        </a:p>
      </dgm:t>
    </dgm:pt>
    <dgm:pt modelId="{5285B2DB-416F-4E99-AB7A-10FD76AFD7B4}" type="parTrans" cxnId="{4556DD24-555C-481F-AE23-4FA076F76E8E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72A79F2D-3163-443F-B692-94C3EC01C55C}" type="sibTrans" cxnId="{4556DD24-555C-481F-AE23-4FA076F76E8E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5C7CD301-D44A-45D3-BEF1-76F94B0A7BAD}">
      <dgm:prSet/>
      <dgm:spPr/>
      <dgm:t>
        <a:bodyPr/>
        <a:lstStyle/>
        <a:p>
          <a:r>
            <a:rPr lang="uk-UA" dirty="0" smtClean="0">
              <a:solidFill>
                <a:schemeClr val="bg2"/>
              </a:solidFill>
            </a:rPr>
            <a:t>Генератор виразів</a:t>
          </a:r>
          <a:endParaRPr lang="ru-RU" dirty="0">
            <a:solidFill>
              <a:schemeClr val="bg2"/>
            </a:solidFill>
          </a:endParaRPr>
        </a:p>
      </dgm:t>
    </dgm:pt>
    <dgm:pt modelId="{FC08E732-CB10-40F8-9318-53C65A043E69}" type="parTrans" cxnId="{47C0E0DF-4E68-4BA8-97F6-1E07C24F855E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FFDA3A4B-D3C9-45EE-B927-AD4F8C246363}" type="sibTrans" cxnId="{47C0E0DF-4E68-4BA8-97F6-1E07C24F855E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547F268A-58A3-487D-9580-10533267E134}" type="pres">
      <dgm:prSet presAssocID="{8142CB29-0ACB-4978-845D-E635CA0FD4D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2743BE72-9380-413B-867F-44787BE20368}" type="pres">
      <dgm:prSet presAssocID="{0D1AB665-6050-4DE8-8368-C09829C88792}" presName="hierRoot1" presStyleCnt="0"/>
      <dgm:spPr/>
    </dgm:pt>
    <dgm:pt modelId="{5A03DAAE-8C8D-4627-BAA6-9C8E7071C5F7}" type="pres">
      <dgm:prSet presAssocID="{0D1AB665-6050-4DE8-8368-C09829C88792}" presName="composite" presStyleCnt="0"/>
      <dgm:spPr/>
    </dgm:pt>
    <dgm:pt modelId="{C2D04C57-0731-4E3B-94B8-FF89633EA215}" type="pres">
      <dgm:prSet presAssocID="{0D1AB665-6050-4DE8-8368-C09829C88792}" presName="background" presStyleLbl="node0" presStyleIdx="0" presStyleCnt="1"/>
      <dgm:spPr>
        <a:solidFill>
          <a:schemeClr val="bg1">
            <a:lumMod val="85000"/>
          </a:schemeClr>
        </a:solidFill>
      </dgm:spPr>
      <dgm:t>
        <a:bodyPr/>
        <a:lstStyle/>
        <a:p>
          <a:endParaRPr lang="ru-RU"/>
        </a:p>
      </dgm:t>
    </dgm:pt>
    <dgm:pt modelId="{C1C774EA-3B23-437A-9233-0C9CFF24B0A5}" type="pres">
      <dgm:prSet presAssocID="{0D1AB665-6050-4DE8-8368-C09829C88792}" presName="text" presStyleLbl="fgAcc0" presStyleIdx="0" presStyleCnt="1" custScaleX="15179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4294683-A342-4EC0-95D9-6F514ED02CA1}" type="pres">
      <dgm:prSet presAssocID="{0D1AB665-6050-4DE8-8368-C09829C88792}" presName="hierChild2" presStyleCnt="0"/>
      <dgm:spPr/>
    </dgm:pt>
    <dgm:pt modelId="{AA313E0D-25F0-46AB-9CED-F3EF8CD13C64}" type="pres">
      <dgm:prSet presAssocID="{57459AFD-ACD8-4E5E-B9E9-73F9FA39BF0A}" presName="Name10" presStyleLbl="parChTrans1D2" presStyleIdx="0" presStyleCnt="3"/>
      <dgm:spPr/>
      <dgm:t>
        <a:bodyPr/>
        <a:lstStyle/>
        <a:p>
          <a:endParaRPr lang="ru-RU"/>
        </a:p>
      </dgm:t>
    </dgm:pt>
    <dgm:pt modelId="{537E7864-E7D5-458A-ADE1-31870C02263C}" type="pres">
      <dgm:prSet presAssocID="{8D83DA8C-AA26-4C49-9F7E-6ED85C5A1C0B}" presName="hierRoot2" presStyleCnt="0"/>
      <dgm:spPr/>
    </dgm:pt>
    <dgm:pt modelId="{07763783-0F34-4F6B-B8B0-4AF57CE1D01D}" type="pres">
      <dgm:prSet presAssocID="{8D83DA8C-AA26-4C49-9F7E-6ED85C5A1C0B}" presName="composite2" presStyleCnt="0"/>
      <dgm:spPr/>
    </dgm:pt>
    <dgm:pt modelId="{DE371E04-9EE7-489E-A75B-DC29D5F69AC2}" type="pres">
      <dgm:prSet presAssocID="{8D83DA8C-AA26-4C49-9F7E-6ED85C5A1C0B}" presName="background2" presStyleLbl="node2" presStyleIdx="0" presStyleCnt="3"/>
      <dgm:spPr>
        <a:solidFill>
          <a:schemeClr val="bg1">
            <a:lumMod val="85000"/>
          </a:schemeClr>
        </a:solidFill>
      </dgm:spPr>
      <dgm:t>
        <a:bodyPr/>
        <a:lstStyle/>
        <a:p>
          <a:endParaRPr lang="ru-RU"/>
        </a:p>
      </dgm:t>
    </dgm:pt>
    <dgm:pt modelId="{B2B4F859-F06C-4034-819E-552C20CFA620}" type="pres">
      <dgm:prSet presAssocID="{8D83DA8C-AA26-4C49-9F7E-6ED85C5A1C0B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C06B41E-3D33-4098-985E-8FDB19181881}" type="pres">
      <dgm:prSet presAssocID="{8D83DA8C-AA26-4C49-9F7E-6ED85C5A1C0B}" presName="hierChild3" presStyleCnt="0"/>
      <dgm:spPr/>
    </dgm:pt>
    <dgm:pt modelId="{833FCF7A-C78A-4D15-9520-7CFA9E9DCE08}" type="pres">
      <dgm:prSet presAssocID="{5285B2DB-416F-4E99-AB7A-10FD76AFD7B4}" presName="Name10" presStyleLbl="parChTrans1D2" presStyleIdx="1" presStyleCnt="3"/>
      <dgm:spPr/>
      <dgm:t>
        <a:bodyPr/>
        <a:lstStyle/>
        <a:p>
          <a:endParaRPr lang="ru-RU"/>
        </a:p>
      </dgm:t>
    </dgm:pt>
    <dgm:pt modelId="{6325BDD8-89F8-4433-997E-E2BF3DCABFF2}" type="pres">
      <dgm:prSet presAssocID="{E776E073-596D-4941-B946-F77F7561A970}" presName="hierRoot2" presStyleCnt="0"/>
      <dgm:spPr/>
    </dgm:pt>
    <dgm:pt modelId="{C767B9B7-FDA1-4886-B79F-0B355C285211}" type="pres">
      <dgm:prSet presAssocID="{E776E073-596D-4941-B946-F77F7561A970}" presName="composite2" presStyleCnt="0"/>
      <dgm:spPr/>
    </dgm:pt>
    <dgm:pt modelId="{55377848-B0FA-4591-BD50-FD35AE63E188}" type="pres">
      <dgm:prSet presAssocID="{E776E073-596D-4941-B946-F77F7561A970}" presName="background2" presStyleLbl="node2" presStyleIdx="1" presStyleCnt="3"/>
      <dgm:spPr>
        <a:solidFill>
          <a:schemeClr val="bg1">
            <a:lumMod val="85000"/>
          </a:schemeClr>
        </a:solidFill>
      </dgm:spPr>
      <dgm:t>
        <a:bodyPr/>
        <a:lstStyle/>
        <a:p>
          <a:endParaRPr lang="ru-RU"/>
        </a:p>
      </dgm:t>
    </dgm:pt>
    <dgm:pt modelId="{7D1F05A4-1FAC-4B2B-98C6-D282B8C10AD7}" type="pres">
      <dgm:prSet presAssocID="{E776E073-596D-4941-B946-F77F7561A970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05EABF2-9E6C-4F9D-B635-9AD71C125377}" type="pres">
      <dgm:prSet presAssocID="{E776E073-596D-4941-B946-F77F7561A970}" presName="hierChild3" presStyleCnt="0"/>
      <dgm:spPr/>
    </dgm:pt>
    <dgm:pt modelId="{CD937DE9-0298-4C78-BD51-4B1547A2341A}" type="pres">
      <dgm:prSet presAssocID="{FC08E732-CB10-40F8-9318-53C65A043E69}" presName="Name10" presStyleLbl="parChTrans1D2" presStyleIdx="2" presStyleCnt="3"/>
      <dgm:spPr/>
      <dgm:t>
        <a:bodyPr/>
        <a:lstStyle/>
        <a:p>
          <a:endParaRPr lang="ru-RU"/>
        </a:p>
      </dgm:t>
    </dgm:pt>
    <dgm:pt modelId="{14395983-4ECC-4BA1-A715-FEF8CA1137D5}" type="pres">
      <dgm:prSet presAssocID="{5C7CD301-D44A-45D3-BEF1-76F94B0A7BAD}" presName="hierRoot2" presStyleCnt="0"/>
      <dgm:spPr/>
    </dgm:pt>
    <dgm:pt modelId="{68E70A6C-65CF-4A8B-A675-1329F5BC12A0}" type="pres">
      <dgm:prSet presAssocID="{5C7CD301-D44A-45D3-BEF1-76F94B0A7BAD}" presName="composite2" presStyleCnt="0"/>
      <dgm:spPr/>
    </dgm:pt>
    <dgm:pt modelId="{9997C79A-48E4-4CE8-8A14-53DA13247E5A}" type="pres">
      <dgm:prSet presAssocID="{5C7CD301-D44A-45D3-BEF1-76F94B0A7BAD}" presName="background2" presStyleLbl="node2" presStyleIdx="2" presStyleCnt="3"/>
      <dgm:spPr>
        <a:solidFill>
          <a:schemeClr val="bg1">
            <a:lumMod val="85000"/>
          </a:schemeClr>
        </a:solidFill>
      </dgm:spPr>
      <dgm:t>
        <a:bodyPr/>
        <a:lstStyle/>
        <a:p>
          <a:endParaRPr lang="ru-RU"/>
        </a:p>
      </dgm:t>
    </dgm:pt>
    <dgm:pt modelId="{699B4EF5-942A-44DB-8522-FDA09351FC34}" type="pres">
      <dgm:prSet presAssocID="{5C7CD301-D44A-45D3-BEF1-76F94B0A7BAD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69B836C-2247-4FB5-B563-28F548469AEE}" type="pres">
      <dgm:prSet presAssocID="{5C7CD301-D44A-45D3-BEF1-76F94B0A7BAD}" presName="hierChild3" presStyleCnt="0"/>
      <dgm:spPr/>
    </dgm:pt>
  </dgm:ptLst>
  <dgm:cxnLst>
    <dgm:cxn modelId="{EB213433-F73E-4A15-975D-43D16CCF5D48}" type="presOf" srcId="{FC08E732-CB10-40F8-9318-53C65A043E69}" destId="{CD937DE9-0298-4C78-BD51-4B1547A2341A}" srcOrd="0" destOrd="0" presId="urn:microsoft.com/office/officeart/2005/8/layout/hierarchy1"/>
    <dgm:cxn modelId="{DE968470-A408-4630-891C-32AECE8375F5}" type="presOf" srcId="{0D1AB665-6050-4DE8-8368-C09829C88792}" destId="{C1C774EA-3B23-437A-9233-0C9CFF24B0A5}" srcOrd="0" destOrd="0" presId="urn:microsoft.com/office/officeart/2005/8/layout/hierarchy1"/>
    <dgm:cxn modelId="{1D5AB341-99AF-48C7-ADB9-2D9C46C99E6C}" type="presOf" srcId="{8142CB29-0ACB-4978-845D-E635CA0FD4DB}" destId="{547F268A-58A3-487D-9580-10533267E134}" srcOrd="0" destOrd="0" presId="urn:microsoft.com/office/officeart/2005/8/layout/hierarchy1"/>
    <dgm:cxn modelId="{C74F4B3D-5940-4E9D-97C0-AC82785D68BE}" type="presOf" srcId="{5285B2DB-416F-4E99-AB7A-10FD76AFD7B4}" destId="{833FCF7A-C78A-4D15-9520-7CFA9E9DCE08}" srcOrd="0" destOrd="0" presId="urn:microsoft.com/office/officeart/2005/8/layout/hierarchy1"/>
    <dgm:cxn modelId="{4CA0FA63-DA64-4085-8D0B-7A98117B8B40}" type="presOf" srcId="{8D83DA8C-AA26-4C49-9F7E-6ED85C5A1C0B}" destId="{B2B4F859-F06C-4034-819E-552C20CFA620}" srcOrd="0" destOrd="0" presId="urn:microsoft.com/office/officeart/2005/8/layout/hierarchy1"/>
    <dgm:cxn modelId="{47C0E0DF-4E68-4BA8-97F6-1E07C24F855E}" srcId="{0D1AB665-6050-4DE8-8368-C09829C88792}" destId="{5C7CD301-D44A-45D3-BEF1-76F94B0A7BAD}" srcOrd="2" destOrd="0" parTransId="{FC08E732-CB10-40F8-9318-53C65A043E69}" sibTransId="{FFDA3A4B-D3C9-45EE-B927-AD4F8C246363}"/>
    <dgm:cxn modelId="{0A200A25-6E03-46A4-BC89-A0CD910C0ECF}" type="presOf" srcId="{5C7CD301-D44A-45D3-BEF1-76F94B0A7BAD}" destId="{699B4EF5-942A-44DB-8522-FDA09351FC34}" srcOrd="0" destOrd="0" presId="urn:microsoft.com/office/officeart/2005/8/layout/hierarchy1"/>
    <dgm:cxn modelId="{ADD70A09-5957-4589-85B1-10072E342561}" srcId="{8142CB29-0ACB-4978-845D-E635CA0FD4DB}" destId="{0D1AB665-6050-4DE8-8368-C09829C88792}" srcOrd="0" destOrd="0" parTransId="{BA75EE44-DDA9-49B5-91F2-EB5346E0584A}" sibTransId="{ACEB9938-4486-41E1-AFB0-9ADDC20E3EB6}"/>
    <dgm:cxn modelId="{780DE263-C320-4F15-8C1E-ACC33553102E}" type="presOf" srcId="{E776E073-596D-4941-B946-F77F7561A970}" destId="{7D1F05A4-1FAC-4B2B-98C6-D282B8C10AD7}" srcOrd="0" destOrd="0" presId="urn:microsoft.com/office/officeart/2005/8/layout/hierarchy1"/>
    <dgm:cxn modelId="{4556DD24-555C-481F-AE23-4FA076F76E8E}" srcId="{0D1AB665-6050-4DE8-8368-C09829C88792}" destId="{E776E073-596D-4941-B946-F77F7561A970}" srcOrd="1" destOrd="0" parTransId="{5285B2DB-416F-4E99-AB7A-10FD76AFD7B4}" sibTransId="{72A79F2D-3163-443F-B692-94C3EC01C55C}"/>
    <dgm:cxn modelId="{879726F3-E89C-494A-A5E3-D3C9794F23DD}" srcId="{0D1AB665-6050-4DE8-8368-C09829C88792}" destId="{8D83DA8C-AA26-4C49-9F7E-6ED85C5A1C0B}" srcOrd="0" destOrd="0" parTransId="{57459AFD-ACD8-4E5E-B9E9-73F9FA39BF0A}" sibTransId="{E8D7B20E-B5C6-4E45-90E2-808AFC563670}"/>
    <dgm:cxn modelId="{50EB2DAB-2789-4E06-9E25-8639F63BDB32}" type="presOf" srcId="{57459AFD-ACD8-4E5E-B9E9-73F9FA39BF0A}" destId="{AA313E0D-25F0-46AB-9CED-F3EF8CD13C64}" srcOrd="0" destOrd="0" presId="urn:microsoft.com/office/officeart/2005/8/layout/hierarchy1"/>
    <dgm:cxn modelId="{95D802B3-79B1-4FB3-924F-768EE247BE08}" type="presParOf" srcId="{547F268A-58A3-487D-9580-10533267E134}" destId="{2743BE72-9380-413B-867F-44787BE20368}" srcOrd="0" destOrd="0" presId="urn:microsoft.com/office/officeart/2005/8/layout/hierarchy1"/>
    <dgm:cxn modelId="{82B9C518-D29B-4D6F-972F-5F7AB9CE6455}" type="presParOf" srcId="{2743BE72-9380-413B-867F-44787BE20368}" destId="{5A03DAAE-8C8D-4627-BAA6-9C8E7071C5F7}" srcOrd="0" destOrd="0" presId="urn:microsoft.com/office/officeart/2005/8/layout/hierarchy1"/>
    <dgm:cxn modelId="{C8E4C99D-98F1-4FDB-A044-2D7E2B834941}" type="presParOf" srcId="{5A03DAAE-8C8D-4627-BAA6-9C8E7071C5F7}" destId="{C2D04C57-0731-4E3B-94B8-FF89633EA215}" srcOrd="0" destOrd="0" presId="urn:microsoft.com/office/officeart/2005/8/layout/hierarchy1"/>
    <dgm:cxn modelId="{7C4ECE80-7D3D-44B8-8983-4778F3923A82}" type="presParOf" srcId="{5A03DAAE-8C8D-4627-BAA6-9C8E7071C5F7}" destId="{C1C774EA-3B23-437A-9233-0C9CFF24B0A5}" srcOrd="1" destOrd="0" presId="urn:microsoft.com/office/officeart/2005/8/layout/hierarchy1"/>
    <dgm:cxn modelId="{5AF6FCFA-88C9-4161-B419-A8C4C9CFE9DA}" type="presParOf" srcId="{2743BE72-9380-413B-867F-44787BE20368}" destId="{74294683-A342-4EC0-95D9-6F514ED02CA1}" srcOrd="1" destOrd="0" presId="urn:microsoft.com/office/officeart/2005/8/layout/hierarchy1"/>
    <dgm:cxn modelId="{996287B2-D04A-455B-A3DA-E86F9E4D6077}" type="presParOf" srcId="{74294683-A342-4EC0-95D9-6F514ED02CA1}" destId="{AA313E0D-25F0-46AB-9CED-F3EF8CD13C64}" srcOrd="0" destOrd="0" presId="urn:microsoft.com/office/officeart/2005/8/layout/hierarchy1"/>
    <dgm:cxn modelId="{7E34ED39-1DAE-4FDA-B869-E6215BDB0412}" type="presParOf" srcId="{74294683-A342-4EC0-95D9-6F514ED02CA1}" destId="{537E7864-E7D5-458A-ADE1-31870C02263C}" srcOrd="1" destOrd="0" presId="urn:microsoft.com/office/officeart/2005/8/layout/hierarchy1"/>
    <dgm:cxn modelId="{1DB8865C-C1AC-43AA-8D40-750A9E3B0D1E}" type="presParOf" srcId="{537E7864-E7D5-458A-ADE1-31870C02263C}" destId="{07763783-0F34-4F6B-B8B0-4AF57CE1D01D}" srcOrd="0" destOrd="0" presId="urn:microsoft.com/office/officeart/2005/8/layout/hierarchy1"/>
    <dgm:cxn modelId="{C31E94AA-540D-4F4F-8656-79ADB76BC238}" type="presParOf" srcId="{07763783-0F34-4F6B-B8B0-4AF57CE1D01D}" destId="{DE371E04-9EE7-489E-A75B-DC29D5F69AC2}" srcOrd="0" destOrd="0" presId="urn:microsoft.com/office/officeart/2005/8/layout/hierarchy1"/>
    <dgm:cxn modelId="{8223EB8E-1E6C-4700-BC46-D5A628CEA784}" type="presParOf" srcId="{07763783-0F34-4F6B-B8B0-4AF57CE1D01D}" destId="{B2B4F859-F06C-4034-819E-552C20CFA620}" srcOrd="1" destOrd="0" presId="urn:microsoft.com/office/officeart/2005/8/layout/hierarchy1"/>
    <dgm:cxn modelId="{380A7DEA-B980-4668-94AF-B3B32D81B56A}" type="presParOf" srcId="{537E7864-E7D5-458A-ADE1-31870C02263C}" destId="{EC06B41E-3D33-4098-985E-8FDB19181881}" srcOrd="1" destOrd="0" presId="urn:microsoft.com/office/officeart/2005/8/layout/hierarchy1"/>
    <dgm:cxn modelId="{2638FAB7-7901-4331-8312-517B841E14A2}" type="presParOf" srcId="{74294683-A342-4EC0-95D9-6F514ED02CA1}" destId="{833FCF7A-C78A-4D15-9520-7CFA9E9DCE08}" srcOrd="2" destOrd="0" presId="urn:microsoft.com/office/officeart/2005/8/layout/hierarchy1"/>
    <dgm:cxn modelId="{8A7DBD9A-4F68-4F23-AACA-559C9D1DF122}" type="presParOf" srcId="{74294683-A342-4EC0-95D9-6F514ED02CA1}" destId="{6325BDD8-89F8-4433-997E-E2BF3DCABFF2}" srcOrd="3" destOrd="0" presId="urn:microsoft.com/office/officeart/2005/8/layout/hierarchy1"/>
    <dgm:cxn modelId="{24D99D05-A9D3-451C-BDC9-993A5F4DEBD0}" type="presParOf" srcId="{6325BDD8-89F8-4433-997E-E2BF3DCABFF2}" destId="{C767B9B7-FDA1-4886-B79F-0B355C285211}" srcOrd="0" destOrd="0" presId="urn:microsoft.com/office/officeart/2005/8/layout/hierarchy1"/>
    <dgm:cxn modelId="{7DCE1FEF-A470-4344-AD3A-FF6CD90376B6}" type="presParOf" srcId="{C767B9B7-FDA1-4886-B79F-0B355C285211}" destId="{55377848-B0FA-4591-BD50-FD35AE63E188}" srcOrd="0" destOrd="0" presId="urn:microsoft.com/office/officeart/2005/8/layout/hierarchy1"/>
    <dgm:cxn modelId="{12F6278A-FB85-4BE8-A533-26F46A0840C3}" type="presParOf" srcId="{C767B9B7-FDA1-4886-B79F-0B355C285211}" destId="{7D1F05A4-1FAC-4B2B-98C6-D282B8C10AD7}" srcOrd="1" destOrd="0" presId="urn:microsoft.com/office/officeart/2005/8/layout/hierarchy1"/>
    <dgm:cxn modelId="{E458D408-E683-486F-B952-A0A086ADEB32}" type="presParOf" srcId="{6325BDD8-89F8-4433-997E-E2BF3DCABFF2}" destId="{F05EABF2-9E6C-4F9D-B635-9AD71C125377}" srcOrd="1" destOrd="0" presId="urn:microsoft.com/office/officeart/2005/8/layout/hierarchy1"/>
    <dgm:cxn modelId="{6149ECA4-E3B1-4A38-8203-298B7A48C6A9}" type="presParOf" srcId="{74294683-A342-4EC0-95D9-6F514ED02CA1}" destId="{CD937DE9-0298-4C78-BD51-4B1547A2341A}" srcOrd="4" destOrd="0" presId="urn:microsoft.com/office/officeart/2005/8/layout/hierarchy1"/>
    <dgm:cxn modelId="{56435303-6982-4B97-A129-CF7A6FD2542D}" type="presParOf" srcId="{74294683-A342-4EC0-95D9-6F514ED02CA1}" destId="{14395983-4ECC-4BA1-A715-FEF8CA1137D5}" srcOrd="5" destOrd="0" presId="urn:microsoft.com/office/officeart/2005/8/layout/hierarchy1"/>
    <dgm:cxn modelId="{51A9011C-862F-4384-8FAC-EDD03B2FEBE4}" type="presParOf" srcId="{14395983-4ECC-4BA1-A715-FEF8CA1137D5}" destId="{68E70A6C-65CF-4A8B-A675-1329F5BC12A0}" srcOrd="0" destOrd="0" presId="urn:microsoft.com/office/officeart/2005/8/layout/hierarchy1"/>
    <dgm:cxn modelId="{61EC8D1E-135C-424C-BC6D-9476CC021888}" type="presParOf" srcId="{68E70A6C-65CF-4A8B-A675-1329F5BC12A0}" destId="{9997C79A-48E4-4CE8-8A14-53DA13247E5A}" srcOrd="0" destOrd="0" presId="urn:microsoft.com/office/officeart/2005/8/layout/hierarchy1"/>
    <dgm:cxn modelId="{E7AF8B04-54D5-4686-817E-04E678677A2B}" type="presParOf" srcId="{68E70A6C-65CF-4A8B-A675-1329F5BC12A0}" destId="{699B4EF5-942A-44DB-8522-FDA09351FC34}" srcOrd="1" destOrd="0" presId="urn:microsoft.com/office/officeart/2005/8/layout/hierarchy1"/>
    <dgm:cxn modelId="{6A408C08-22F2-40E9-9735-D7F8BB183468}" type="presParOf" srcId="{14395983-4ECC-4BA1-A715-FEF8CA1137D5}" destId="{869B836C-2247-4FB5-B563-28F548469AE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42CB29-0ACB-4978-845D-E635CA0FD4D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D1AB665-6050-4DE8-8368-C09829C88792}">
      <dgm:prSet phldrT="[Текст]" custT="1"/>
      <dgm:spPr/>
      <dgm:t>
        <a:bodyPr/>
        <a:lstStyle/>
        <a:p>
          <a:r>
            <a:rPr lang="uk-UA" sz="1900" dirty="0" smtClean="0">
              <a:solidFill>
                <a:schemeClr val="bg2"/>
              </a:solidFill>
            </a:rPr>
            <a:t>Виконання арифметичних дій</a:t>
          </a:r>
          <a:endParaRPr lang="ru-RU" sz="1900" dirty="0">
            <a:solidFill>
              <a:schemeClr val="bg2"/>
            </a:solidFill>
          </a:endParaRPr>
        </a:p>
      </dgm:t>
    </dgm:pt>
    <dgm:pt modelId="{BA75EE44-DDA9-49B5-91F2-EB5346E0584A}" type="parTrans" cxnId="{ADD70A09-5957-4589-85B1-10072E342561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ACEB9938-4486-41E1-AFB0-9ADDC20E3EB6}" type="sibTrans" cxnId="{ADD70A09-5957-4589-85B1-10072E342561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8D83DA8C-AA26-4C49-9F7E-6ED85C5A1C0B}">
      <dgm:prSet phldrT="[Текст]" custT="1"/>
      <dgm:spPr/>
      <dgm:t>
        <a:bodyPr/>
        <a:lstStyle/>
        <a:p>
          <a:r>
            <a:rPr lang="uk-UA" sz="1900" dirty="0" smtClean="0">
              <a:solidFill>
                <a:schemeClr val="bg2"/>
              </a:solidFill>
            </a:rPr>
            <a:t>Основні операції</a:t>
          </a:r>
          <a:endParaRPr lang="ru-RU" sz="1900" dirty="0">
            <a:solidFill>
              <a:schemeClr val="bg2"/>
            </a:solidFill>
          </a:endParaRPr>
        </a:p>
      </dgm:t>
    </dgm:pt>
    <dgm:pt modelId="{57459AFD-ACD8-4E5E-B9E9-73F9FA39BF0A}" type="parTrans" cxnId="{879726F3-E89C-494A-A5E3-D3C9794F23DD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E8D7B20E-B5C6-4E45-90E2-808AFC563670}" type="sibTrans" cxnId="{879726F3-E89C-494A-A5E3-D3C9794F23DD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E776E073-596D-4941-B946-F77F7561A970}">
      <dgm:prSet phldrT="[Текст]" custT="1"/>
      <dgm:spPr/>
      <dgm:t>
        <a:bodyPr/>
        <a:lstStyle/>
        <a:p>
          <a:r>
            <a:rPr lang="uk-UA" sz="1900" dirty="0" smtClean="0">
              <a:solidFill>
                <a:schemeClr val="bg2"/>
              </a:solidFill>
            </a:rPr>
            <a:t>Обчислення степеня</a:t>
          </a:r>
          <a:endParaRPr lang="ru-RU" sz="1900" dirty="0">
            <a:solidFill>
              <a:schemeClr val="bg2"/>
            </a:solidFill>
          </a:endParaRPr>
        </a:p>
      </dgm:t>
    </dgm:pt>
    <dgm:pt modelId="{5285B2DB-416F-4E99-AB7A-10FD76AFD7B4}" type="parTrans" cxnId="{4556DD24-555C-481F-AE23-4FA076F76E8E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72A79F2D-3163-443F-B692-94C3EC01C55C}" type="sibTrans" cxnId="{4556DD24-555C-481F-AE23-4FA076F76E8E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547F268A-58A3-487D-9580-10533267E134}" type="pres">
      <dgm:prSet presAssocID="{8142CB29-0ACB-4978-845D-E635CA0FD4D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2743BE72-9380-413B-867F-44787BE20368}" type="pres">
      <dgm:prSet presAssocID="{0D1AB665-6050-4DE8-8368-C09829C88792}" presName="hierRoot1" presStyleCnt="0"/>
      <dgm:spPr/>
    </dgm:pt>
    <dgm:pt modelId="{5A03DAAE-8C8D-4627-BAA6-9C8E7071C5F7}" type="pres">
      <dgm:prSet presAssocID="{0D1AB665-6050-4DE8-8368-C09829C88792}" presName="composite" presStyleCnt="0"/>
      <dgm:spPr/>
    </dgm:pt>
    <dgm:pt modelId="{C2D04C57-0731-4E3B-94B8-FF89633EA215}" type="pres">
      <dgm:prSet presAssocID="{0D1AB665-6050-4DE8-8368-C09829C88792}" presName="background" presStyleLbl="node0" presStyleIdx="0" presStyleCnt="1"/>
      <dgm:spPr>
        <a:solidFill>
          <a:schemeClr val="bg1">
            <a:lumMod val="85000"/>
          </a:schemeClr>
        </a:solidFill>
      </dgm:spPr>
      <dgm:t>
        <a:bodyPr/>
        <a:lstStyle/>
        <a:p>
          <a:endParaRPr lang="ru-RU"/>
        </a:p>
      </dgm:t>
    </dgm:pt>
    <dgm:pt modelId="{C1C774EA-3B23-437A-9233-0C9CFF24B0A5}" type="pres">
      <dgm:prSet presAssocID="{0D1AB665-6050-4DE8-8368-C09829C88792}" presName="text" presStyleLbl="fgAcc0" presStyleIdx="0" presStyleCnt="1" custScaleX="174081" custScaleY="11478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4294683-A342-4EC0-95D9-6F514ED02CA1}" type="pres">
      <dgm:prSet presAssocID="{0D1AB665-6050-4DE8-8368-C09829C88792}" presName="hierChild2" presStyleCnt="0"/>
      <dgm:spPr/>
    </dgm:pt>
    <dgm:pt modelId="{AA313E0D-25F0-46AB-9CED-F3EF8CD13C64}" type="pres">
      <dgm:prSet presAssocID="{57459AFD-ACD8-4E5E-B9E9-73F9FA39BF0A}" presName="Name10" presStyleLbl="parChTrans1D2" presStyleIdx="0" presStyleCnt="2"/>
      <dgm:spPr/>
      <dgm:t>
        <a:bodyPr/>
        <a:lstStyle/>
        <a:p>
          <a:endParaRPr lang="ru-RU"/>
        </a:p>
      </dgm:t>
    </dgm:pt>
    <dgm:pt modelId="{537E7864-E7D5-458A-ADE1-31870C02263C}" type="pres">
      <dgm:prSet presAssocID="{8D83DA8C-AA26-4C49-9F7E-6ED85C5A1C0B}" presName="hierRoot2" presStyleCnt="0"/>
      <dgm:spPr/>
    </dgm:pt>
    <dgm:pt modelId="{07763783-0F34-4F6B-B8B0-4AF57CE1D01D}" type="pres">
      <dgm:prSet presAssocID="{8D83DA8C-AA26-4C49-9F7E-6ED85C5A1C0B}" presName="composite2" presStyleCnt="0"/>
      <dgm:spPr/>
    </dgm:pt>
    <dgm:pt modelId="{DE371E04-9EE7-489E-A75B-DC29D5F69AC2}" type="pres">
      <dgm:prSet presAssocID="{8D83DA8C-AA26-4C49-9F7E-6ED85C5A1C0B}" presName="background2" presStyleLbl="node2" presStyleIdx="0" presStyleCnt="2"/>
      <dgm:spPr>
        <a:solidFill>
          <a:schemeClr val="bg1">
            <a:lumMod val="85000"/>
          </a:schemeClr>
        </a:solidFill>
      </dgm:spPr>
      <dgm:t>
        <a:bodyPr/>
        <a:lstStyle/>
        <a:p>
          <a:endParaRPr lang="ru-RU"/>
        </a:p>
      </dgm:t>
    </dgm:pt>
    <dgm:pt modelId="{B2B4F859-F06C-4034-819E-552C20CFA620}" type="pres">
      <dgm:prSet presAssocID="{8D83DA8C-AA26-4C49-9F7E-6ED85C5A1C0B}" presName="text2" presStyleLbl="fgAcc2" presStyleIdx="0" presStyleCnt="2" custScaleX="114541" custScaleY="11478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C06B41E-3D33-4098-985E-8FDB19181881}" type="pres">
      <dgm:prSet presAssocID="{8D83DA8C-AA26-4C49-9F7E-6ED85C5A1C0B}" presName="hierChild3" presStyleCnt="0"/>
      <dgm:spPr/>
    </dgm:pt>
    <dgm:pt modelId="{833FCF7A-C78A-4D15-9520-7CFA9E9DCE08}" type="pres">
      <dgm:prSet presAssocID="{5285B2DB-416F-4E99-AB7A-10FD76AFD7B4}" presName="Name10" presStyleLbl="parChTrans1D2" presStyleIdx="1" presStyleCnt="2"/>
      <dgm:spPr/>
      <dgm:t>
        <a:bodyPr/>
        <a:lstStyle/>
        <a:p>
          <a:endParaRPr lang="ru-RU"/>
        </a:p>
      </dgm:t>
    </dgm:pt>
    <dgm:pt modelId="{6325BDD8-89F8-4433-997E-E2BF3DCABFF2}" type="pres">
      <dgm:prSet presAssocID="{E776E073-596D-4941-B946-F77F7561A970}" presName="hierRoot2" presStyleCnt="0"/>
      <dgm:spPr/>
    </dgm:pt>
    <dgm:pt modelId="{C767B9B7-FDA1-4886-B79F-0B355C285211}" type="pres">
      <dgm:prSet presAssocID="{E776E073-596D-4941-B946-F77F7561A970}" presName="composite2" presStyleCnt="0"/>
      <dgm:spPr/>
    </dgm:pt>
    <dgm:pt modelId="{55377848-B0FA-4591-BD50-FD35AE63E188}" type="pres">
      <dgm:prSet presAssocID="{E776E073-596D-4941-B946-F77F7561A970}" presName="background2" presStyleLbl="node2" presStyleIdx="1" presStyleCnt="2"/>
      <dgm:spPr>
        <a:solidFill>
          <a:schemeClr val="bg1">
            <a:lumMod val="85000"/>
          </a:schemeClr>
        </a:solidFill>
      </dgm:spPr>
      <dgm:t>
        <a:bodyPr/>
        <a:lstStyle/>
        <a:p>
          <a:endParaRPr lang="ru-RU"/>
        </a:p>
      </dgm:t>
    </dgm:pt>
    <dgm:pt modelId="{7D1F05A4-1FAC-4B2B-98C6-D282B8C10AD7}" type="pres">
      <dgm:prSet presAssocID="{E776E073-596D-4941-B946-F77F7561A970}" presName="text2" presStyleLbl="fgAcc2" presStyleIdx="1" presStyleCnt="2" custScaleX="121390" custScaleY="11018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05EABF2-9E6C-4F9D-B635-9AD71C125377}" type="pres">
      <dgm:prSet presAssocID="{E776E073-596D-4941-B946-F77F7561A970}" presName="hierChild3" presStyleCnt="0"/>
      <dgm:spPr/>
    </dgm:pt>
  </dgm:ptLst>
  <dgm:cxnLst>
    <dgm:cxn modelId="{DA0AE335-D64D-4AD3-BDAA-E3A4D85121E1}" type="presOf" srcId="{0D1AB665-6050-4DE8-8368-C09829C88792}" destId="{C1C774EA-3B23-437A-9233-0C9CFF24B0A5}" srcOrd="0" destOrd="0" presId="urn:microsoft.com/office/officeart/2005/8/layout/hierarchy1"/>
    <dgm:cxn modelId="{9E093E98-917A-4FC8-A054-A9921B354EA3}" type="presOf" srcId="{57459AFD-ACD8-4E5E-B9E9-73F9FA39BF0A}" destId="{AA313E0D-25F0-46AB-9CED-F3EF8CD13C64}" srcOrd="0" destOrd="0" presId="urn:microsoft.com/office/officeart/2005/8/layout/hierarchy1"/>
    <dgm:cxn modelId="{9E5F3C45-5776-43C3-BAF6-B70D5CF52545}" type="presOf" srcId="{E776E073-596D-4941-B946-F77F7561A970}" destId="{7D1F05A4-1FAC-4B2B-98C6-D282B8C10AD7}" srcOrd="0" destOrd="0" presId="urn:microsoft.com/office/officeart/2005/8/layout/hierarchy1"/>
    <dgm:cxn modelId="{DD9FF489-38D5-4F39-94DC-B39A409E17D9}" type="presOf" srcId="{8D83DA8C-AA26-4C49-9F7E-6ED85C5A1C0B}" destId="{B2B4F859-F06C-4034-819E-552C20CFA620}" srcOrd="0" destOrd="0" presId="urn:microsoft.com/office/officeart/2005/8/layout/hierarchy1"/>
    <dgm:cxn modelId="{ADD70A09-5957-4589-85B1-10072E342561}" srcId="{8142CB29-0ACB-4978-845D-E635CA0FD4DB}" destId="{0D1AB665-6050-4DE8-8368-C09829C88792}" srcOrd="0" destOrd="0" parTransId="{BA75EE44-DDA9-49B5-91F2-EB5346E0584A}" sibTransId="{ACEB9938-4486-41E1-AFB0-9ADDC20E3EB6}"/>
    <dgm:cxn modelId="{4556DD24-555C-481F-AE23-4FA076F76E8E}" srcId="{0D1AB665-6050-4DE8-8368-C09829C88792}" destId="{E776E073-596D-4941-B946-F77F7561A970}" srcOrd="1" destOrd="0" parTransId="{5285B2DB-416F-4E99-AB7A-10FD76AFD7B4}" sibTransId="{72A79F2D-3163-443F-B692-94C3EC01C55C}"/>
    <dgm:cxn modelId="{6248F9A8-D824-48FB-83DA-06035521638A}" type="presOf" srcId="{8142CB29-0ACB-4978-845D-E635CA0FD4DB}" destId="{547F268A-58A3-487D-9580-10533267E134}" srcOrd="0" destOrd="0" presId="urn:microsoft.com/office/officeart/2005/8/layout/hierarchy1"/>
    <dgm:cxn modelId="{879726F3-E89C-494A-A5E3-D3C9794F23DD}" srcId="{0D1AB665-6050-4DE8-8368-C09829C88792}" destId="{8D83DA8C-AA26-4C49-9F7E-6ED85C5A1C0B}" srcOrd="0" destOrd="0" parTransId="{57459AFD-ACD8-4E5E-B9E9-73F9FA39BF0A}" sibTransId="{E8D7B20E-B5C6-4E45-90E2-808AFC563670}"/>
    <dgm:cxn modelId="{C5FB5258-F85D-401F-974E-B6431D73D933}" type="presOf" srcId="{5285B2DB-416F-4E99-AB7A-10FD76AFD7B4}" destId="{833FCF7A-C78A-4D15-9520-7CFA9E9DCE08}" srcOrd="0" destOrd="0" presId="urn:microsoft.com/office/officeart/2005/8/layout/hierarchy1"/>
    <dgm:cxn modelId="{E2D3CD97-440C-4E4F-8028-91B8E5141B61}" type="presParOf" srcId="{547F268A-58A3-487D-9580-10533267E134}" destId="{2743BE72-9380-413B-867F-44787BE20368}" srcOrd="0" destOrd="0" presId="urn:microsoft.com/office/officeart/2005/8/layout/hierarchy1"/>
    <dgm:cxn modelId="{3005605E-F8C4-4249-B5B1-86E7925DD88A}" type="presParOf" srcId="{2743BE72-9380-413B-867F-44787BE20368}" destId="{5A03DAAE-8C8D-4627-BAA6-9C8E7071C5F7}" srcOrd="0" destOrd="0" presId="urn:microsoft.com/office/officeart/2005/8/layout/hierarchy1"/>
    <dgm:cxn modelId="{D33171A8-30C4-4890-8AE5-B8E84B3AF49D}" type="presParOf" srcId="{5A03DAAE-8C8D-4627-BAA6-9C8E7071C5F7}" destId="{C2D04C57-0731-4E3B-94B8-FF89633EA215}" srcOrd="0" destOrd="0" presId="urn:microsoft.com/office/officeart/2005/8/layout/hierarchy1"/>
    <dgm:cxn modelId="{DC7040EA-BAE7-4992-BC03-BEEB90EDCC1A}" type="presParOf" srcId="{5A03DAAE-8C8D-4627-BAA6-9C8E7071C5F7}" destId="{C1C774EA-3B23-437A-9233-0C9CFF24B0A5}" srcOrd="1" destOrd="0" presId="urn:microsoft.com/office/officeart/2005/8/layout/hierarchy1"/>
    <dgm:cxn modelId="{2073480A-25C8-4499-A05C-E9EEE46209B9}" type="presParOf" srcId="{2743BE72-9380-413B-867F-44787BE20368}" destId="{74294683-A342-4EC0-95D9-6F514ED02CA1}" srcOrd="1" destOrd="0" presId="urn:microsoft.com/office/officeart/2005/8/layout/hierarchy1"/>
    <dgm:cxn modelId="{3F23FD4C-86A6-4E77-AD64-4819DF564068}" type="presParOf" srcId="{74294683-A342-4EC0-95D9-6F514ED02CA1}" destId="{AA313E0D-25F0-46AB-9CED-F3EF8CD13C64}" srcOrd="0" destOrd="0" presId="urn:microsoft.com/office/officeart/2005/8/layout/hierarchy1"/>
    <dgm:cxn modelId="{FCC731C8-6990-48B7-BAC4-8EC6613EE2A9}" type="presParOf" srcId="{74294683-A342-4EC0-95D9-6F514ED02CA1}" destId="{537E7864-E7D5-458A-ADE1-31870C02263C}" srcOrd="1" destOrd="0" presId="urn:microsoft.com/office/officeart/2005/8/layout/hierarchy1"/>
    <dgm:cxn modelId="{5DADCE24-00F8-4345-BDFB-B181D96AD175}" type="presParOf" srcId="{537E7864-E7D5-458A-ADE1-31870C02263C}" destId="{07763783-0F34-4F6B-B8B0-4AF57CE1D01D}" srcOrd="0" destOrd="0" presId="urn:microsoft.com/office/officeart/2005/8/layout/hierarchy1"/>
    <dgm:cxn modelId="{A0D3C86D-61B8-481D-ACAA-A4C42069D1D6}" type="presParOf" srcId="{07763783-0F34-4F6B-B8B0-4AF57CE1D01D}" destId="{DE371E04-9EE7-489E-A75B-DC29D5F69AC2}" srcOrd="0" destOrd="0" presId="urn:microsoft.com/office/officeart/2005/8/layout/hierarchy1"/>
    <dgm:cxn modelId="{05D0870A-89B4-4876-9BF4-BFD5FE0D6627}" type="presParOf" srcId="{07763783-0F34-4F6B-B8B0-4AF57CE1D01D}" destId="{B2B4F859-F06C-4034-819E-552C20CFA620}" srcOrd="1" destOrd="0" presId="urn:microsoft.com/office/officeart/2005/8/layout/hierarchy1"/>
    <dgm:cxn modelId="{963BEB5D-5E64-491E-88F0-C77E07198A87}" type="presParOf" srcId="{537E7864-E7D5-458A-ADE1-31870C02263C}" destId="{EC06B41E-3D33-4098-985E-8FDB19181881}" srcOrd="1" destOrd="0" presId="urn:microsoft.com/office/officeart/2005/8/layout/hierarchy1"/>
    <dgm:cxn modelId="{4FD124E2-C1C5-4481-AB3E-89CC296295DD}" type="presParOf" srcId="{74294683-A342-4EC0-95D9-6F514ED02CA1}" destId="{833FCF7A-C78A-4D15-9520-7CFA9E9DCE08}" srcOrd="2" destOrd="0" presId="urn:microsoft.com/office/officeart/2005/8/layout/hierarchy1"/>
    <dgm:cxn modelId="{179E5BA6-21CA-4269-ACD1-1DB014328677}" type="presParOf" srcId="{74294683-A342-4EC0-95D9-6F514ED02CA1}" destId="{6325BDD8-89F8-4433-997E-E2BF3DCABFF2}" srcOrd="3" destOrd="0" presId="urn:microsoft.com/office/officeart/2005/8/layout/hierarchy1"/>
    <dgm:cxn modelId="{3B4F8015-BC1E-4EBB-A238-8AC7C450DF50}" type="presParOf" srcId="{6325BDD8-89F8-4433-997E-E2BF3DCABFF2}" destId="{C767B9B7-FDA1-4886-B79F-0B355C285211}" srcOrd="0" destOrd="0" presId="urn:microsoft.com/office/officeart/2005/8/layout/hierarchy1"/>
    <dgm:cxn modelId="{86230FA8-BA82-48D7-AAD7-0334B4FF2FDB}" type="presParOf" srcId="{C767B9B7-FDA1-4886-B79F-0B355C285211}" destId="{55377848-B0FA-4591-BD50-FD35AE63E188}" srcOrd="0" destOrd="0" presId="urn:microsoft.com/office/officeart/2005/8/layout/hierarchy1"/>
    <dgm:cxn modelId="{A9054B37-B3E0-4E98-AA32-B5CD8DF6A9C6}" type="presParOf" srcId="{C767B9B7-FDA1-4886-B79F-0B355C285211}" destId="{7D1F05A4-1FAC-4B2B-98C6-D282B8C10AD7}" srcOrd="1" destOrd="0" presId="urn:microsoft.com/office/officeart/2005/8/layout/hierarchy1"/>
    <dgm:cxn modelId="{4F6F6BE6-C7FA-484C-80F4-DE35D72D3E48}" type="presParOf" srcId="{6325BDD8-89F8-4433-997E-E2BF3DCABFF2}" destId="{F05EABF2-9E6C-4F9D-B635-9AD71C1253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42CB29-0ACB-4978-845D-E635CA0FD4D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D1AB665-6050-4DE8-8368-C09829C88792}">
      <dgm:prSet phldrT="[Текст]" custT="1"/>
      <dgm:spPr/>
      <dgm:t>
        <a:bodyPr/>
        <a:lstStyle/>
        <a:p>
          <a:r>
            <a:rPr lang="uk-UA" sz="2400" dirty="0" smtClean="0">
              <a:solidFill>
                <a:schemeClr val="bg2"/>
              </a:solidFill>
              <a:latin typeface="+mn-lt"/>
            </a:rPr>
            <a:t>Засоби тестування швидкодії та доведення вірності обчислень</a:t>
          </a:r>
          <a:endParaRPr lang="ru-RU" sz="2400" dirty="0">
            <a:solidFill>
              <a:schemeClr val="bg2"/>
            </a:solidFill>
            <a:latin typeface="+mn-lt"/>
          </a:endParaRPr>
        </a:p>
      </dgm:t>
    </dgm:pt>
    <dgm:pt modelId="{BA75EE44-DDA9-49B5-91F2-EB5346E0584A}" type="parTrans" cxnId="{ADD70A09-5957-4589-85B1-10072E342561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ACEB9938-4486-41E1-AFB0-9ADDC20E3EB6}" type="sibTrans" cxnId="{ADD70A09-5957-4589-85B1-10072E342561}">
      <dgm:prSet/>
      <dgm:spPr/>
      <dgm:t>
        <a:bodyPr/>
        <a:lstStyle/>
        <a:p>
          <a:endParaRPr lang="ru-RU">
            <a:solidFill>
              <a:schemeClr val="bg2"/>
            </a:solidFill>
          </a:endParaRPr>
        </a:p>
      </dgm:t>
    </dgm:pt>
    <dgm:pt modelId="{547F268A-58A3-487D-9580-10533267E134}" type="pres">
      <dgm:prSet presAssocID="{8142CB29-0ACB-4978-845D-E635CA0FD4D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2743BE72-9380-413B-867F-44787BE20368}" type="pres">
      <dgm:prSet presAssocID="{0D1AB665-6050-4DE8-8368-C09829C88792}" presName="hierRoot1" presStyleCnt="0"/>
      <dgm:spPr/>
    </dgm:pt>
    <dgm:pt modelId="{5A03DAAE-8C8D-4627-BAA6-9C8E7071C5F7}" type="pres">
      <dgm:prSet presAssocID="{0D1AB665-6050-4DE8-8368-C09829C88792}" presName="composite" presStyleCnt="0"/>
      <dgm:spPr/>
    </dgm:pt>
    <dgm:pt modelId="{C2D04C57-0731-4E3B-94B8-FF89633EA215}" type="pres">
      <dgm:prSet presAssocID="{0D1AB665-6050-4DE8-8368-C09829C88792}" presName="background" presStyleLbl="node0" presStyleIdx="0" presStyleCnt="1"/>
      <dgm:spPr>
        <a:solidFill>
          <a:schemeClr val="bg1">
            <a:lumMod val="85000"/>
          </a:schemeClr>
        </a:solidFill>
      </dgm:spPr>
      <dgm:t>
        <a:bodyPr/>
        <a:lstStyle/>
        <a:p>
          <a:endParaRPr lang="ru-RU"/>
        </a:p>
      </dgm:t>
    </dgm:pt>
    <dgm:pt modelId="{C1C774EA-3B23-437A-9233-0C9CFF24B0A5}" type="pres">
      <dgm:prSet presAssocID="{0D1AB665-6050-4DE8-8368-C09829C88792}" presName="text" presStyleLbl="fgAcc0" presStyleIdx="0" presStyleCnt="1" custScaleX="242421" custScaleY="6312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4294683-A342-4EC0-95D9-6F514ED02CA1}" type="pres">
      <dgm:prSet presAssocID="{0D1AB665-6050-4DE8-8368-C09829C88792}" presName="hierChild2" presStyleCnt="0"/>
      <dgm:spPr/>
    </dgm:pt>
  </dgm:ptLst>
  <dgm:cxnLst>
    <dgm:cxn modelId="{ADD70A09-5957-4589-85B1-10072E342561}" srcId="{8142CB29-0ACB-4978-845D-E635CA0FD4DB}" destId="{0D1AB665-6050-4DE8-8368-C09829C88792}" srcOrd="0" destOrd="0" parTransId="{BA75EE44-DDA9-49B5-91F2-EB5346E0584A}" sibTransId="{ACEB9938-4486-41E1-AFB0-9ADDC20E3EB6}"/>
    <dgm:cxn modelId="{2C0E5B01-0D59-4A35-92F6-2A983A3F4EF2}" type="presOf" srcId="{0D1AB665-6050-4DE8-8368-C09829C88792}" destId="{C1C774EA-3B23-437A-9233-0C9CFF24B0A5}" srcOrd="0" destOrd="0" presId="urn:microsoft.com/office/officeart/2005/8/layout/hierarchy1"/>
    <dgm:cxn modelId="{E67E3429-B534-4713-BED9-6B74778E092B}" type="presOf" srcId="{8142CB29-0ACB-4978-845D-E635CA0FD4DB}" destId="{547F268A-58A3-487D-9580-10533267E134}" srcOrd="0" destOrd="0" presId="urn:microsoft.com/office/officeart/2005/8/layout/hierarchy1"/>
    <dgm:cxn modelId="{CBD9F41F-9482-489B-B260-27F82AB085B5}" type="presParOf" srcId="{547F268A-58A3-487D-9580-10533267E134}" destId="{2743BE72-9380-413B-867F-44787BE20368}" srcOrd="0" destOrd="0" presId="urn:microsoft.com/office/officeart/2005/8/layout/hierarchy1"/>
    <dgm:cxn modelId="{699D31BD-A73E-437A-9560-B7F3FD13398B}" type="presParOf" srcId="{2743BE72-9380-413B-867F-44787BE20368}" destId="{5A03DAAE-8C8D-4627-BAA6-9C8E7071C5F7}" srcOrd="0" destOrd="0" presId="urn:microsoft.com/office/officeart/2005/8/layout/hierarchy1"/>
    <dgm:cxn modelId="{33946830-4936-4546-8391-692CE2D8AD05}" type="presParOf" srcId="{5A03DAAE-8C8D-4627-BAA6-9C8E7071C5F7}" destId="{C2D04C57-0731-4E3B-94B8-FF89633EA215}" srcOrd="0" destOrd="0" presId="urn:microsoft.com/office/officeart/2005/8/layout/hierarchy1"/>
    <dgm:cxn modelId="{C03DA52C-EF7F-4F4F-8AD9-FD2BE7D940EC}" type="presParOf" srcId="{5A03DAAE-8C8D-4627-BAA6-9C8E7071C5F7}" destId="{C1C774EA-3B23-437A-9233-0C9CFF24B0A5}" srcOrd="1" destOrd="0" presId="urn:microsoft.com/office/officeart/2005/8/layout/hierarchy1"/>
    <dgm:cxn modelId="{36CAF209-DB6E-47D0-8EC1-CA08FEC5F0DE}" type="presParOf" srcId="{2743BE72-9380-413B-867F-44787BE20368}" destId="{74294683-A342-4EC0-95D9-6F514ED02CA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1A67B1-1AD8-4A8E-B55A-D85298ABE8B9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A713589-544A-455A-A85F-54D7D61EDE1D}">
      <dgm:prSet phldrT="[Текст]" custT="1"/>
      <dgm:spPr>
        <a:xfrm rot="5400000">
          <a:off x="-258028" y="473521"/>
          <a:ext cx="1720187" cy="1204131"/>
        </a:xfr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gm:spPr>
      <dgm:t>
        <a:bodyPr/>
        <a:lstStyle/>
        <a:p>
          <a:r>
            <a:rPr lang="uk-UA" sz="320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1</a:t>
          </a:r>
          <a:endParaRPr lang="ru-RU" sz="3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F813CF56-9E2C-404C-AD03-50F0BF46073B}" type="parTrans" cxnId="{18514549-3D96-433C-AD58-105795B0102E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D0049C64-DF32-478B-A3DB-F8BFD8E459CC}" type="sibTrans" cxnId="{18514549-3D96-433C-AD58-105795B0102E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EA357BC8-1F47-4368-8B8C-506793DBAD2F}">
      <dgm:prSet phldrT="[Текст]" custT="1"/>
      <dgm:spPr>
        <a:xfrm rot="5400000">
          <a:off x="4316942" y="-3087581"/>
          <a:ext cx="1499238" cy="7724860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l"/>
          <a:r>
            <a:rPr lang="uk-UA" sz="1800" noProof="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Вперше реалізовано та експериментально підтверджено ефективність власної реалізації довгої арифметики.</a:t>
          </a:r>
          <a:endParaRPr lang="uk-UA" sz="18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2779ECBD-FD88-491E-B879-BE959E324117}" type="parTrans" cxnId="{6907E924-5D3D-444A-BA01-4452BCEA1304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C9EE186B-3E96-4EF7-8945-6634CD3115A6}" type="sibTrans" cxnId="{6907E924-5D3D-444A-BA01-4452BCEA1304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44B017D5-6D48-4998-B0C8-2FCA57CAAA67}">
      <dgm:prSet phldrT="[Текст]" custT="1"/>
      <dgm:spPr>
        <a:xfrm rot="5400000">
          <a:off x="-258028" y="2256885"/>
          <a:ext cx="1720187" cy="1204131"/>
        </a:xfr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gm:spPr>
      <dgm:t>
        <a:bodyPr/>
        <a:lstStyle/>
        <a:p>
          <a:r>
            <a:rPr lang="uk-UA" sz="320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2</a:t>
          </a:r>
          <a:endParaRPr lang="ru-RU" sz="3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B6DEE1BD-084D-4564-A5A3-11C094107B17}" type="parTrans" cxnId="{1F34CECC-FA11-4B92-B10C-7D70E25FD356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352259F8-D255-4760-A97B-8F3A818A962F}" type="sibTrans" cxnId="{1F34CECC-FA11-4B92-B10C-7D70E25FD356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8FD2EAF2-718E-47B5-A233-03E978669CD1}">
      <dgm:prSet phldrT="[Текст]" custT="1"/>
      <dgm:spPr>
        <a:xfrm rot="5400000">
          <a:off x="4281791" y="-1314228"/>
          <a:ext cx="1569541" cy="7724860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uk-UA" sz="1800" noProof="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Запропоновано метод комбінованого </a:t>
          </a:r>
          <a:r>
            <a:rPr lang="uk-UA" sz="1800" noProof="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функціонально-продуктивнісного</a:t>
          </a:r>
          <a:r>
            <a:rPr lang="uk-UA" sz="1800" noProof="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 тестування довгої арифметики</a:t>
          </a:r>
          <a:endParaRPr lang="uk-UA" sz="18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09EF3322-1A64-478E-96A3-2EA19CF3D61A}" type="parTrans" cxnId="{1C813F76-5474-4F47-AB87-C1CCD5E12039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7D43D38F-E4BE-42A7-8251-6B970A4643AD}" type="sibTrans" cxnId="{1C813F76-5474-4F47-AB87-C1CCD5E12039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2B1C32D9-2627-4CB3-BDE2-17ECA0DDB453}">
      <dgm:prSet custT="1"/>
      <dgm:spPr/>
      <dgm:t>
        <a:bodyPr/>
        <a:lstStyle/>
        <a:p>
          <a:r>
            <a:rPr lang="uk-UA" sz="1800" noProof="0" dirty="0" smtClean="0">
              <a:solidFill>
                <a:schemeClr val="bg2"/>
              </a:solidFill>
            </a:rPr>
            <a:t>Забезпечена відсутність помилок у власній реалізації за рахунок формалізованих методів перевірки коректності обчислень.</a:t>
          </a:r>
          <a:endParaRPr lang="uk-UA" sz="1800" noProof="0" dirty="0">
            <a:solidFill>
              <a:schemeClr val="bg2"/>
            </a:solidFill>
          </a:endParaRPr>
        </a:p>
      </dgm:t>
    </dgm:pt>
    <dgm:pt modelId="{3E03FB72-8964-4138-9CD6-A3F0B882E0A8}" type="parTrans" cxnId="{D6CA8A26-CBE1-4394-A85D-1E18385298E8}">
      <dgm:prSet/>
      <dgm:spPr/>
      <dgm:t>
        <a:bodyPr/>
        <a:lstStyle/>
        <a:p>
          <a:endParaRPr lang="ru-RU"/>
        </a:p>
      </dgm:t>
    </dgm:pt>
    <dgm:pt modelId="{4E3C2ED7-864C-4A5B-ACF1-BA9ABCF5F8E0}" type="sibTrans" cxnId="{D6CA8A26-CBE1-4394-A85D-1E18385298E8}">
      <dgm:prSet/>
      <dgm:spPr/>
      <dgm:t>
        <a:bodyPr/>
        <a:lstStyle/>
        <a:p>
          <a:endParaRPr lang="ru-RU"/>
        </a:p>
      </dgm:t>
    </dgm:pt>
    <dgm:pt modelId="{3F6C1D6E-4FAC-4279-937A-E8DF5AAE5BD4}">
      <dgm:prSet custT="1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uk-UA" sz="3200" b="0" smtClean="0">
              <a:solidFill>
                <a:schemeClr val="bg2"/>
              </a:solidFill>
            </a:rPr>
            <a:t>3</a:t>
          </a:r>
          <a:endParaRPr lang="ru-RU" sz="3200" b="0" dirty="0">
            <a:solidFill>
              <a:schemeClr val="bg2"/>
            </a:solidFill>
          </a:endParaRPr>
        </a:p>
      </dgm:t>
    </dgm:pt>
    <dgm:pt modelId="{5C098737-A4BB-4C60-B4D5-5773BFCC495E}" type="sibTrans" cxnId="{4DEC039D-5A16-4F28-A055-42BAAA752D96}">
      <dgm:prSet/>
      <dgm:spPr/>
      <dgm:t>
        <a:bodyPr/>
        <a:lstStyle/>
        <a:p>
          <a:endParaRPr lang="ru-RU"/>
        </a:p>
      </dgm:t>
    </dgm:pt>
    <dgm:pt modelId="{BDBD5094-44F1-4E74-85FA-69CDFDD1F566}" type="parTrans" cxnId="{4DEC039D-5A16-4F28-A055-42BAAA752D96}">
      <dgm:prSet/>
      <dgm:spPr/>
      <dgm:t>
        <a:bodyPr/>
        <a:lstStyle/>
        <a:p>
          <a:endParaRPr lang="ru-RU"/>
        </a:p>
      </dgm:t>
    </dgm:pt>
    <dgm:pt modelId="{220038B9-5D88-4FA5-931D-0A395411AA39}">
      <dgm:prSet phldrT="[Текст]" custT="1"/>
      <dgm:spPr>
        <a:xfrm rot="5400000">
          <a:off x="-258028" y="4182044"/>
          <a:ext cx="1720187" cy="1204131"/>
        </a:xfr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gm:spPr>
      <dgm:t>
        <a:bodyPr/>
        <a:lstStyle/>
        <a:p>
          <a:r>
            <a:rPr lang="uk-UA" sz="320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4</a:t>
          </a:r>
          <a:endParaRPr lang="ru-RU" sz="3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81FAAF92-64C7-4CEE-8611-8B23B3C49099}" type="parTrans" cxnId="{BE56E682-521C-4985-9F7B-318A356771A2}">
      <dgm:prSet/>
      <dgm:spPr/>
      <dgm:t>
        <a:bodyPr/>
        <a:lstStyle/>
        <a:p>
          <a:endParaRPr lang="ru-RU"/>
        </a:p>
      </dgm:t>
    </dgm:pt>
    <dgm:pt modelId="{381785D2-9CCD-4CB6-A157-C9B6321B1777}" type="sibTrans" cxnId="{BE56E682-521C-4985-9F7B-318A356771A2}">
      <dgm:prSet/>
      <dgm:spPr/>
      <dgm:t>
        <a:bodyPr/>
        <a:lstStyle/>
        <a:p>
          <a:endParaRPr lang="ru-RU"/>
        </a:p>
      </dgm:t>
    </dgm:pt>
    <dgm:pt modelId="{A4AA9E7C-0FB1-41EA-AD75-97842F36C4B5}">
      <dgm:prSet custT="1"/>
      <dgm:spPr/>
      <dgm:t>
        <a:bodyPr/>
        <a:lstStyle/>
        <a:p>
          <a:r>
            <a:rPr lang="uk-UA" sz="1800" noProof="0" dirty="0" smtClean="0">
              <a:solidFill>
                <a:schemeClr val="bg2"/>
              </a:solidFill>
            </a:rPr>
            <a:t>Отримано нові експериментальні дані порівняння швидкодії</a:t>
          </a:r>
          <a:endParaRPr lang="uk-UA" sz="1800" noProof="0" dirty="0">
            <a:solidFill>
              <a:schemeClr val="bg2"/>
            </a:solidFill>
          </a:endParaRPr>
        </a:p>
      </dgm:t>
    </dgm:pt>
    <dgm:pt modelId="{8978B81B-DE20-497D-B7C1-CC362D1047A4}" type="parTrans" cxnId="{257DEDD9-C7E8-43DE-9179-3FEA555FB646}">
      <dgm:prSet/>
      <dgm:spPr/>
      <dgm:t>
        <a:bodyPr/>
        <a:lstStyle/>
        <a:p>
          <a:endParaRPr lang="ru-RU"/>
        </a:p>
      </dgm:t>
    </dgm:pt>
    <dgm:pt modelId="{B07D614A-CC94-4EC1-A4DD-A576FC4E090C}" type="sibTrans" cxnId="{257DEDD9-C7E8-43DE-9179-3FEA555FB646}">
      <dgm:prSet/>
      <dgm:spPr/>
      <dgm:t>
        <a:bodyPr/>
        <a:lstStyle/>
        <a:p>
          <a:endParaRPr lang="ru-RU"/>
        </a:p>
      </dgm:t>
    </dgm:pt>
    <dgm:pt modelId="{13949AD4-E3FA-4B2F-B7F3-15DDF17EB979}" type="pres">
      <dgm:prSet presAssocID="{771A67B1-1AD8-4A8E-B55A-D85298ABE8B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4FB7A81-1430-427E-AD84-EEEEA8B99500}" type="pres">
      <dgm:prSet presAssocID="{AA713589-544A-455A-A85F-54D7D61EDE1D}" presName="composite" presStyleCnt="0"/>
      <dgm:spPr/>
    </dgm:pt>
    <dgm:pt modelId="{560B4A3C-8DD2-4924-BEA3-51021C89C5E8}" type="pres">
      <dgm:prSet presAssocID="{AA713589-544A-455A-A85F-54D7D61EDE1D}" presName="parentText" presStyleLbl="alignNode1" presStyleIdx="0" presStyleCnt="4">
        <dgm:presLayoutVars>
          <dgm:chMax val="1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ru-RU"/>
        </a:p>
      </dgm:t>
    </dgm:pt>
    <dgm:pt modelId="{6BB910F6-17A4-459A-8117-0D1B67DD59AC}" type="pres">
      <dgm:prSet presAssocID="{AA713589-544A-455A-A85F-54D7D61EDE1D}" presName="descendantText" presStyleLbl="alignAcc1" presStyleIdx="0" presStyleCnt="4" custScaleY="120987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ru-RU"/>
        </a:p>
      </dgm:t>
    </dgm:pt>
    <dgm:pt modelId="{583A4DA9-7436-49E8-80E1-298F20CF9E34}" type="pres">
      <dgm:prSet presAssocID="{D0049C64-DF32-478B-A3DB-F8BFD8E459CC}" presName="sp" presStyleCnt="0"/>
      <dgm:spPr/>
    </dgm:pt>
    <dgm:pt modelId="{B20621B2-B58B-43C7-A8C4-67288079584B}" type="pres">
      <dgm:prSet presAssocID="{44B017D5-6D48-4998-B0C8-2FCA57CAAA67}" presName="composite" presStyleCnt="0"/>
      <dgm:spPr/>
    </dgm:pt>
    <dgm:pt modelId="{EFE40D7F-A7E1-459C-9D17-1B72673A5577}" type="pres">
      <dgm:prSet presAssocID="{44B017D5-6D48-4998-B0C8-2FCA57CAAA67}" presName="parentText" presStyleLbl="alignNode1" presStyleIdx="1" presStyleCnt="4">
        <dgm:presLayoutVars>
          <dgm:chMax val="1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ru-RU"/>
        </a:p>
      </dgm:t>
    </dgm:pt>
    <dgm:pt modelId="{196CB320-B45F-4F5E-B301-D4ED24486FA2}" type="pres">
      <dgm:prSet presAssocID="{44B017D5-6D48-4998-B0C8-2FCA57CAAA67}" presName="descendantText" presStyleLbl="alignAcc1" presStyleIdx="1" presStyleCnt="4" custScaleY="99105" custLinFactNeighborY="-869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ru-RU"/>
        </a:p>
      </dgm:t>
    </dgm:pt>
    <dgm:pt modelId="{BC0CCA70-C556-4434-8A82-12FC3777E42D}" type="pres">
      <dgm:prSet presAssocID="{352259F8-D255-4760-A97B-8F3A818A962F}" presName="sp" presStyleCnt="0"/>
      <dgm:spPr/>
    </dgm:pt>
    <dgm:pt modelId="{9795E045-8970-4DA4-9307-FE148EF9FC89}" type="pres">
      <dgm:prSet presAssocID="{3F6C1D6E-4FAC-4279-937A-E8DF5AAE5BD4}" presName="composite" presStyleCnt="0"/>
      <dgm:spPr/>
    </dgm:pt>
    <dgm:pt modelId="{EDB1CE79-6AA3-47D0-B35F-2F0DA779EEC1}" type="pres">
      <dgm:prSet presAssocID="{3F6C1D6E-4FAC-4279-937A-E8DF5AAE5BD4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8EDA24-781D-43FB-91E1-C88AAD1F607B}" type="pres">
      <dgm:prSet presAssocID="{3F6C1D6E-4FAC-4279-937A-E8DF5AAE5BD4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E09C2C-F941-42AD-A532-04954D4F1015}" type="pres">
      <dgm:prSet presAssocID="{5C098737-A4BB-4C60-B4D5-5773BFCC495E}" presName="sp" presStyleCnt="0"/>
      <dgm:spPr/>
    </dgm:pt>
    <dgm:pt modelId="{7B8337DD-A81B-4593-AF63-B423AC5F3E6B}" type="pres">
      <dgm:prSet presAssocID="{220038B9-5D88-4FA5-931D-0A395411AA39}" presName="composite" presStyleCnt="0"/>
      <dgm:spPr/>
    </dgm:pt>
    <dgm:pt modelId="{24E45A97-1AAF-41AA-A536-BDBF08CEAB2F}" type="pres">
      <dgm:prSet presAssocID="{220038B9-5D88-4FA5-931D-0A395411AA39}" presName="parentText" presStyleLbl="alignNode1" presStyleIdx="3" presStyleCnt="4">
        <dgm:presLayoutVars>
          <dgm:chMax val="1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ru-RU"/>
        </a:p>
      </dgm:t>
    </dgm:pt>
    <dgm:pt modelId="{1392DB2A-23FC-4D5D-BA6D-223D6617D4ED}" type="pres">
      <dgm:prSet presAssocID="{220038B9-5D88-4FA5-931D-0A395411AA39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5528C6C-9BB2-4271-B770-11AC5EE73081}" type="presOf" srcId="{8FD2EAF2-718E-47B5-A233-03E978669CD1}" destId="{196CB320-B45F-4F5E-B301-D4ED24486FA2}" srcOrd="0" destOrd="0" presId="urn:microsoft.com/office/officeart/2005/8/layout/chevron2"/>
    <dgm:cxn modelId="{0D0068E3-F398-4B47-B404-4C14B0B9B434}" type="presOf" srcId="{EA357BC8-1F47-4368-8B8C-506793DBAD2F}" destId="{6BB910F6-17A4-459A-8117-0D1B67DD59AC}" srcOrd="0" destOrd="0" presId="urn:microsoft.com/office/officeart/2005/8/layout/chevron2"/>
    <dgm:cxn modelId="{F5B24811-F24C-4A4B-A3C3-23F0384D67C4}" type="presOf" srcId="{2B1C32D9-2627-4CB3-BDE2-17ECA0DDB453}" destId="{418EDA24-781D-43FB-91E1-C88AAD1F607B}" srcOrd="0" destOrd="0" presId="urn:microsoft.com/office/officeart/2005/8/layout/chevron2"/>
    <dgm:cxn modelId="{6907E924-5D3D-444A-BA01-4452BCEA1304}" srcId="{AA713589-544A-455A-A85F-54D7D61EDE1D}" destId="{EA357BC8-1F47-4368-8B8C-506793DBAD2F}" srcOrd="0" destOrd="0" parTransId="{2779ECBD-FD88-491E-B879-BE959E324117}" sibTransId="{C9EE186B-3E96-4EF7-8945-6634CD3115A6}"/>
    <dgm:cxn modelId="{4DEC039D-5A16-4F28-A055-42BAAA752D96}" srcId="{771A67B1-1AD8-4A8E-B55A-D85298ABE8B9}" destId="{3F6C1D6E-4FAC-4279-937A-E8DF5AAE5BD4}" srcOrd="2" destOrd="0" parTransId="{BDBD5094-44F1-4E74-85FA-69CDFDD1F566}" sibTransId="{5C098737-A4BB-4C60-B4D5-5773BFCC495E}"/>
    <dgm:cxn modelId="{1F34CECC-FA11-4B92-B10C-7D70E25FD356}" srcId="{771A67B1-1AD8-4A8E-B55A-D85298ABE8B9}" destId="{44B017D5-6D48-4998-B0C8-2FCA57CAAA67}" srcOrd="1" destOrd="0" parTransId="{B6DEE1BD-084D-4564-A5A3-11C094107B17}" sibTransId="{352259F8-D255-4760-A97B-8F3A818A962F}"/>
    <dgm:cxn modelId="{E561758E-64B2-4889-BCEE-6BAF34F32C05}" type="presOf" srcId="{771A67B1-1AD8-4A8E-B55A-D85298ABE8B9}" destId="{13949AD4-E3FA-4B2F-B7F3-15DDF17EB979}" srcOrd="0" destOrd="0" presId="urn:microsoft.com/office/officeart/2005/8/layout/chevron2"/>
    <dgm:cxn modelId="{21063031-A05F-4319-88EC-C98F84E28291}" type="presOf" srcId="{220038B9-5D88-4FA5-931D-0A395411AA39}" destId="{24E45A97-1AAF-41AA-A536-BDBF08CEAB2F}" srcOrd="0" destOrd="0" presId="urn:microsoft.com/office/officeart/2005/8/layout/chevron2"/>
    <dgm:cxn modelId="{D6CA8A26-CBE1-4394-A85D-1E18385298E8}" srcId="{3F6C1D6E-4FAC-4279-937A-E8DF5AAE5BD4}" destId="{2B1C32D9-2627-4CB3-BDE2-17ECA0DDB453}" srcOrd="0" destOrd="0" parTransId="{3E03FB72-8964-4138-9CD6-A3F0B882E0A8}" sibTransId="{4E3C2ED7-864C-4A5B-ACF1-BA9ABCF5F8E0}"/>
    <dgm:cxn modelId="{07CB68CA-7074-487A-A7E0-65BE5F472C67}" type="presOf" srcId="{44B017D5-6D48-4998-B0C8-2FCA57CAAA67}" destId="{EFE40D7F-A7E1-459C-9D17-1B72673A5577}" srcOrd="0" destOrd="0" presId="urn:microsoft.com/office/officeart/2005/8/layout/chevron2"/>
    <dgm:cxn modelId="{18514549-3D96-433C-AD58-105795B0102E}" srcId="{771A67B1-1AD8-4A8E-B55A-D85298ABE8B9}" destId="{AA713589-544A-455A-A85F-54D7D61EDE1D}" srcOrd="0" destOrd="0" parTransId="{F813CF56-9E2C-404C-AD03-50F0BF46073B}" sibTransId="{D0049C64-DF32-478B-A3DB-F8BFD8E459CC}"/>
    <dgm:cxn modelId="{9B02A4D2-8223-4378-A06A-603CEBCFA4A6}" type="presOf" srcId="{A4AA9E7C-0FB1-41EA-AD75-97842F36C4B5}" destId="{1392DB2A-23FC-4D5D-BA6D-223D6617D4ED}" srcOrd="0" destOrd="0" presId="urn:microsoft.com/office/officeart/2005/8/layout/chevron2"/>
    <dgm:cxn modelId="{1C813F76-5474-4F47-AB87-C1CCD5E12039}" srcId="{44B017D5-6D48-4998-B0C8-2FCA57CAAA67}" destId="{8FD2EAF2-718E-47B5-A233-03E978669CD1}" srcOrd="0" destOrd="0" parTransId="{09EF3322-1A64-478E-96A3-2EA19CF3D61A}" sibTransId="{7D43D38F-E4BE-42A7-8251-6B970A4643AD}"/>
    <dgm:cxn modelId="{FB82F473-E25C-4211-AD3C-46E6DB50580E}" type="presOf" srcId="{AA713589-544A-455A-A85F-54D7D61EDE1D}" destId="{560B4A3C-8DD2-4924-BEA3-51021C89C5E8}" srcOrd="0" destOrd="0" presId="urn:microsoft.com/office/officeart/2005/8/layout/chevron2"/>
    <dgm:cxn modelId="{954B5945-678B-4235-A9BD-CC410AD3EA07}" type="presOf" srcId="{3F6C1D6E-4FAC-4279-937A-E8DF5AAE5BD4}" destId="{EDB1CE79-6AA3-47D0-B35F-2F0DA779EEC1}" srcOrd="0" destOrd="0" presId="urn:microsoft.com/office/officeart/2005/8/layout/chevron2"/>
    <dgm:cxn modelId="{257DEDD9-C7E8-43DE-9179-3FEA555FB646}" srcId="{220038B9-5D88-4FA5-931D-0A395411AA39}" destId="{A4AA9E7C-0FB1-41EA-AD75-97842F36C4B5}" srcOrd="0" destOrd="0" parTransId="{8978B81B-DE20-497D-B7C1-CC362D1047A4}" sibTransId="{B07D614A-CC94-4EC1-A4DD-A576FC4E090C}"/>
    <dgm:cxn modelId="{BE56E682-521C-4985-9F7B-318A356771A2}" srcId="{771A67B1-1AD8-4A8E-B55A-D85298ABE8B9}" destId="{220038B9-5D88-4FA5-931D-0A395411AA39}" srcOrd="3" destOrd="0" parTransId="{81FAAF92-64C7-4CEE-8611-8B23B3C49099}" sibTransId="{381785D2-9CCD-4CB6-A157-C9B6321B1777}"/>
    <dgm:cxn modelId="{3FFBD109-9F22-42B2-90AC-3A18419AC431}" type="presParOf" srcId="{13949AD4-E3FA-4B2F-B7F3-15DDF17EB979}" destId="{F4FB7A81-1430-427E-AD84-EEEEA8B99500}" srcOrd="0" destOrd="0" presId="urn:microsoft.com/office/officeart/2005/8/layout/chevron2"/>
    <dgm:cxn modelId="{A2BBE36E-2C78-4710-A336-8815D1C52DE9}" type="presParOf" srcId="{F4FB7A81-1430-427E-AD84-EEEEA8B99500}" destId="{560B4A3C-8DD2-4924-BEA3-51021C89C5E8}" srcOrd="0" destOrd="0" presId="urn:microsoft.com/office/officeart/2005/8/layout/chevron2"/>
    <dgm:cxn modelId="{40BDC82E-A25D-4E75-B931-BDFECD297AB9}" type="presParOf" srcId="{F4FB7A81-1430-427E-AD84-EEEEA8B99500}" destId="{6BB910F6-17A4-459A-8117-0D1B67DD59AC}" srcOrd="1" destOrd="0" presId="urn:microsoft.com/office/officeart/2005/8/layout/chevron2"/>
    <dgm:cxn modelId="{6B5C087C-455D-45BC-A148-93B8A72FD9CE}" type="presParOf" srcId="{13949AD4-E3FA-4B2F-B7F3-15DDF17EB979}" destId="{583A4DA9-7436-49E8-80E1-298F20CF9E34}" srcOrd="1" destOrd="0" presId="urn:microsoft.com/office/officeart/2005/8/layout/chevron2"/>
    <dgm:cxn modelId="{28146BC9-C503-49D9-A145-D0BC6CE72BFF}" type="presParOf" srcId="{13949AD4-E3FA-4B2F-B7F3-15DDF17EB979}" destId="{B20621B2-B58B-43C7-A8C4-67288079584B}" srcOrd="2" destOrd="0" presId="urn:microsoft.com/office/officeart/2005/8/layout/chevron2"/>
    <dgm:cxn modelId="{25EE5D07-7016-49BC-A754-8D0EE99937EB}" type="presParOf" srcId="{B20621B2-B58B-43C7-A8C4-67288079584B}" destId="{EFE40D7F-A7E1-459C-9D17-1B72673A5577}" srcOrd="0" destOrd="0" presId="urn:microsoft.com/office/officeart/2005/8/layout/chevron2"/>
    <dgm:cxn modelId="{A8EB668E-5343-4956-9C6B-82F28E2AECE5}" type="presParOf" srcId="{B20621B2-B58B-43C7-A8C4-67288079584B}" destId="{196CB320-B45F-4F5E-B301-D4ED24486FA2}" srcOrd="1" destOrd="0" presId="urn:microsoft.com/office/officeart/2005/8/layout/chevron2"/>
    <dgm:cxn modelId="{E346D0D4-D54F-4993-898E-F66890086737}" type="presParOf" srcId="{13949AD4-E3FA-4B2F-B7F3-15DDF17EB979}" destId="{BC0CCA70-C556-4434-8A82-12FC3777E42D}" srcOrd="3" destOrd="0" presId="urn:microsoft.com/office/officeart/2005/8/layout/chevron2"/>
    <dgm:cxn modelId="{6217E4AC-87BD-4DED-9E85-B6DC0A306A53}" type="presParOf" srcId="{13949AD4-E3FA-4B2F-B7F3-15DDF17EB979}" destId="{9795E045-8970-4DA4-9307-FE148EF9FC89}" srcOrd="4" destOrd="0" presId="urn:microsoft.com/office/officeart/2005/8/layout/chevron2"/>
    <dgm:cxn modelId="{1EF2574C-0C26-49FC-BC72-B457EC0007F8}" type="presParOf" srcId="{9795E045-8970-4DA4-9307-FE148EF9FC89}" destId="{EDB1CE79-6AA3-47D0-B35F-2F0DA779EEC1}" srcOrd="0" destOrd="0" presId="urn:microsoft.com/office/officeart/2005/8/layout/chevron2"/>
    <dgm:cxn modelId="{05261A35-66BB-47AA-844F-059F2B80517E}" type="presParOf" srcId="{9795E045-8970-4DA4-9307-FE148EF9FC89}" destId="{418EDA24-781D-43FB-91E1-C88AAD1F607B}" srcOrd="1" destOrd="0" presId="urn:microsoft.com/office/officeart/2005/8/layout/chevron2"/>
    <dgm:cxn modelId="{DABDAD0B-B410-482E-BF79-8AB4BEC18D04}" type="presParOf" srcId="{13949AD4-E3FA-4B2F-B7F3-15DDF17EB979}" destId="{12E09C2C-F941-42AD-A532-04954D4F1015}" srcOrd="5" destOrd="0" presId="urn:microsoft.com/office/officeart/2005/8/layout/chevron2"/>
    <dgm:cxn modelId="{1DF87B06-A108-40CA-914B-EC23DFC0FB29}" type="presParOf" srcId="{13949AD4-E3FA-4B2F-B7F3-15DDF17EB979}" destId="{7B8337DD-A81B-4593-AF63-B423AC5F3E6B}" srcOrd="6" destOrd="0" presId="urn:microsoft.com/office/officeart/2005/8/layout/chevron2"/>
    <dgm:cxn modelId="{0D2673A5-78D4-43F4-BD50-8004099EC5A1}" type="presParOf" srcId="{7B8337DD-A81B-4593-AF63-B423AC5F3E6B}" destId="{24E45A97-1AAF-41AA-A536-BDBF08CEAB2F}" srcOrd="0" destOrd="0" presId="urn:microsoft.com/office/officeart/2005/8/layout/chevron2"/>
    <dgm:cxn modelId="{16D70914-0F87-42EF-8115-A70B4E16D4F7}" type="presParOf" srcId="{7B8337DD-A81B-4593-AF63-B423AC5F3E6B}" destId="{1392DB2A-23FC-4D5D-BA6D-223D6617D4E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71A67B1-1AD8-4A8E-B55A-D85298ABE8B9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A713589-544A-455A-A85F-54D7D61EDE1D}">
      <dgm:prSet phldrT="[Текст]" custT="1"/>
      <dgm:spPr>
        <a:xfrm rot="5400000">
          <a:off x="-258028" y="473521"/>
          <a:ext cx="1720187" cy="1204131"/>
        </a:xfr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gm:spPr>
      <dgm:t>
        <a:bodyPr/>
        <a:lstStyle/>
        <a:p>
          <a:r>
            <a:rPr lang="uk-UA" sz="3200" dirty="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5</a:t>
          </a:r>
          <a:endParaRPr lang="ru-RU" sz="3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F813CF56-9E2C-404C-AD03-50F0BF46073B}" type="parTrans" cxnId="{18514549-3D96-433C-AD58-105795B0102E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D0049C64-DF32-478B-A3DB-F8BFD8E459CC}" type="sibTrans" cxnId="{18514549-3D96-433C-AD58-105795B0102E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EA357BC8-1F47-4368-8B8C-506793DBAD2F}">
      <dgm:prSet phldrT="[Текст]" custT="1"/>
      <dgm:spPr>
        <a:xfrm rot="5400000">
          <a:off x="4316942" y="-3087581"/>
          <a:ext cx="1499238" cy="7724860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l"/>
          <a:r>
            <a:rPr lang="uk-UA" sz="1800" noProof="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Розроблено комплексний підхід до реалізації довгої арифметики у множинних системах числення.</a:t>
          </a:r>
          <a:endParaRPr lang="uk-UA" sz="18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2779ECBD-FD88-491E-B879-BE959E324117}" type="parTrans" cxnId="{6907E924-5D3D-444A-BA01-4452BCEA1304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C9EE186B-3E96-4EF7-8945-6634CD3115A6}" type="sibTrans" cxnId="{6907E924-5D3D-444A-BA01-4452BCEA1304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44B017D5-6D48-4998-B0C8-2FCA57CAAA67}">
      <dgm:prSet phldrT="[Текст]" custT="1"/>
      <dgm:spPr>
        <a:xfrm rot="5400000">
          <a:off x="-258028" y="2256885"/>
          <a:ext cx="1720187" cy="1204131"/>
        </a:xfr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gm:spPr>
      <dgm:t>
        <a:bodyPr/>
        <a:lstStyle/>
        <a:p>
          <a:r>
            <a:rPr lang="uk-UA" sz="3200" dirty="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6</a:t>
          </a:r>
          <a:endParaRPr lang="ru-RU" sz="3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B6DEE1BD-084D-4564-A5A3-11C094107B17}" type="parTrans" cxnId="{1F34CECC-FA11-4B92-B10C-7D70E25FD356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352259F8-D255-4760-A97B-8F3A818A962F}" type="sibTrans" cxnId="{1F34CECC-FA11-4B92-B10C-7D70E25FD356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8FD2EAF2-718E-47B5-A233-03E978669CD1}">
      <dgm:prSet phldrT="[Текст]" custT="1"/>
      <dgm:spPr>
        <a:xfrm rot="5400000">
          <a:off x="4281791" y="-1314228"/>
          <a:ext cx="1569541" cy="7724860"/>
        </a:xfr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uk-UA" sz="1800" noProof="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Запропоновано метод двоетапного конвертування чисел між системами числення із заданою точністю.</a:t>
          </a:r>
          <a:endParaRPr lang="uk-UA" sz="18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09EF3322-1A64-478E-96A3-2EA19CF3D61A}" type="parTrans" cxnId="{1C813F76-5474-4F47-AB87-C1CCD5E12039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7D43D38F-E4BE-42A7-8251-6B970A4643AD}" type="sibTrans" cxnId="{1C813F76-5474-4F47-AB87-C1CCD5E12039}">
      <dgm:prSet/>
      <dgm:spPr/>
      <dgm:t>
        <a:bodyPr/>
        <a:lstStyle/>
        <a:p>
          <a:endParaRPr lang="ru-RU" sz="4000">
            <a:latin typeface="Arial" pitchFamily="34" charset="0"/>
            <a:cs typeface="Arial" pitchFamily="34" charset="0"/>
          </a:endParaRPr>
        </a:p>
      </dgm:t>
    </dgm:pt>
    <dgm:pt modelId="{2B1C32D9-2627-4CB3-BDE2-17ECA0DDB453}">
      <dgm:prSet custT="1"/>
      <dgm:spPr/>
      <dgm:t>
        <a:bodyPr/>
        <a:lstStyle/>
        <a:p>
          <a:r>
            <a:rPr lang="uk-UA" sz="1800" noProof="0" dirty="0" smtClean="0">
              <a:solidFill>
                <a:schemeClr val="bg2"/>
              </a:solidFill>
            </a:rPr>
            <a:t>Набула подальшого розвитку архітектура інтеграції обчислювального ядра з модулями предметно-орієнтованих розрахунків.</a:t>
          </a:r>
          <a:endParaRPr lang="uk-UA" sz="1800" noProof="0" dirty="0">
            <a:solidFill>
              <a:schemeClr val="bg2"/>
            </a:solidFill>
          </a:endParaRPr>
        </a:p>
      </dgm:t>
    </dgm:pt>
    <dgm:pt modelId="{3E03FB72-8964-4138-9CD6-A3F0B882E0A8}" type="parTrans" cxnId="{D6CA8A26-CBE1-4394-A85D-1E18385298E8}">
      <dgm:prSet/>
      <dgm:spPr/>
      <dgm:t>
        <a:bodyPr/>
        <a:lstStyle/>
        <a:p>
          <a:endParaRPr lang="ru-RU"/>
        </a:p>
      </dgm:t>
    </dgm:pt>
    <dgm:pt modelId="{4E3C2ED7-864C-4A5B-ACF1-BA9ABCF5F8E0}" type="sibTrans" cxnId="{D6CA8A26-CBE1-4394-A85D-1E18385298E8}">
      <dgm:prSet/>
      <dgm:spPr/>
      <dgm:t>
        <a:bodyPr/>
        <a:lstStyle/>
        <a:p>
          <a:endParaRPr lang="ru-RU"/>
        </a:p>
      </dgm:t>
    </dgm:pt>
    <dgm:pt modelId="{3F6C1D6E-4FAC-4279-937A-E8DF5AAE5BD4}">
      <dgm:prSet custT="1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uk-UA" sz="3200" b="0" dirty="0" smtClean="0">
              <a:solidFill>
                <a:schemeClr val="bg2"/>
              </a:solidFill>
            </a:rPr>
            <a:t>7</a:t>
          </a:r>
          <a:endParaRPr lang="ru-RU" sz="3200" b="0" dirty="0">
            <a:solidFill>
              <a:schemeClr val="bg2"/>
            </a:solidFill>
          </a:endParaRPr>
        </a:p>
      </dgm:t>
    </dgm:pt>
    <dgm:pt modelId="{5C098737-A4BB-4C60-B4D5-5773BFCC495E}" type="sibTrans" cxnId="{4DEC039D-5A16-4F28-A055-42BAAA752D96}">
      <dgm:prSet/>
      <dgm:spPr/>
      <dgm:t>
        <a:bodyPr/>
        <a:lstStyle/>
        <a:p>
          <a:endParaRPr lang="ru-RU"/>
        </a:p>
      </dgm:t>
    </dgm:pt>
    <dgm:pt modelId="{BDBD5094-44F1-4E74-85FA-69CDFDD1F566}" type="parTrans" cxnId="{4DEC039D-5A16-4F28-A055-42BAAA752D96}">
      <dgm:prSet/>
      <dgm:spPr/>
      <dgm:t>
        <a:bodyPr/>
        <a:lstStyle/>
        <a:p>
          <a:endParaRPr lang="ru-RU"/>
        </a:p>
      </dgm:t>
    </dgm:pt>
    <dgm:pt modelId="{220038B9-5D88-4FA5-931D-0A395411AA39}">
      <dgm:prSet phldrT="[Текст]" custT="1"/>
      <dgm:spPr>
        <a:xfrm rot="5400000">
          <a:off x="-258028" y="4182044"/>
          <a:ext cx="1720187" cy="1204131"/>
        </a:xfr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gm:spPr>
      <dgm:t>
        <a:bodyPr/>
        <a:lstStyle/>
        <a:p>
          <a:r>
            <a:rPr lang="uk-UA" sz="3200" dirty="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8</a:t>
          </a:r>
          <a:endParaRPr lang="ru-RU" sz="3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81FAAF92-64C7-4CEE-8611-8B23B3C49099}" type="parTrans" cxnId="{BE56E682-521C-4985-9F7B-318A356771A2}">
      <dgm:prSet/>
      <dgm:spPr/>
      <dgm:t>
        <a:bodyPr/>
        <a:lstStyle/>
        <a:p>
          <a:endParaRPr lang="ru-RU"/>
        </a:p>
      </dgm:t>
    </dgm:pt>
    <dgm:pt modelId="{381785D2-9CCD-4CB6-A157-C9B6321B1777}" type="sibTrans" cxnId="{BE56E682-521C-4985-9F7B-318A356771A2}">
      <dgm:prSet/>
      <dgm:spPr/>
      <dgm:t>
        <a:bodyPr/>
        <a:lstStyle/>
        <a:p>
          <a:endParaRPr lang="ru-RU"/>
        </a:p>
      </dgm:t>
    </dgm:pt>
    <dgm:pt modelId="{A4AA9E7C-0FB1-41EA-AD75-97842F36C4B5}">
      <dgm:prSet custT="1"/>
      <dgm:spPr/>
      <dgm:t>
        <a:bodyPr/>
        <a:lstStyle/>
        <a:p>
          <a:r>
            <a:rPr lang="uk-UA" sz="1800" noProof="0" dirty="0" smtClean="0">
              <a:solidFill>
                <a:schemeClr val="bg2"/>
              </a:solidFill>
            </a:rPr>
            <a:t>Запропоновано методологію розробки галузево-орієнтованих обчислювальних систем з відкритою архітектурою.</a:t>
          </a:r>
          <a:endParaRPr lang="uk-UA" sz="1800" noProof="0" dirty="0">
            <a:solidFill>
              <a:schemeClr val="bg2"/>
            </a:solidFill>
          </a:endParaRPr>
        </a:p>
      </dgm:t>
    </dgm:pt>
    <dgm:pt modelId="{8978B81B-DE20-497D-B7C1-CC362D1047A4}" type="parTrans" cxnId="{257DEDD9-C7E8-43DE-9179-3FEA555FB646}">
      <dgm:prSet/>
      <dgm:spPr/>
      <dgm:t>
        <a:bodyPr/>
        <a:lstStyle/>
        <a:p>
          <a:endParaRPr lang="ru-RU"/>
        </a:p>
      </dgm:t>
    </dgm:pt>
    <dgm:pt modelId="{B07D614A-CC94-4EC1-A4DD-A576FC4E090C}" type="sibTrans" cxnId="{257DEDD9-C7E8-43DE-9179-3FEA555FB646}">
      <dgm:prSet/>
      <dgm:spPr/>
      <dgm:t>
        <a:bodyPr/>
        <a:lstStyle/>
        <a:p>
          <a:endParaRPr lang="ru-RU"/>
        </a:p>
      </dgm:t>
    </dgm:pt>
    <dgm:pt modelId="{13949AD4-E3FA-4B2F-B7F3-15DDF17EB979}" type="pres">
      <dgm:prSet presAssocID="{771A67B1-1AD8-4A8E-B55A-D85298ABE8B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4FB7A81-1430-427E-AD84-EEEEA8B99500}" type="pres">
      <dgm:prSet presAssocID="{AA713589-544A-455A-A85F-54D7D61EDE1D}" presName="composite" presStyleCnt="0"/>
      <dgm:spPr/>
    </dgm:pt>
    <dgm:pt modelId="{560B4A3C-8DD2-4924-BEA3-51021C89C5E8}" type="pres">
      <dgm:prSet presAssocID="{AA713589-544A-455A-A85F-54D7D61EDE1D}" presName="parentText" presStyleLbl="alignNode1" presStyleIdx="0" presStyleCnt="4">
        <dgm:presLayoutVars>
          <dgm:chMax val="1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ru-RU"/>
        </a:p>
      </dgm:t>
    </dgm:pt>
    <dgm:pt modelId="{6BB910F6-17A4-459A-8117-0D1B67DD59AC}" type="pres">
      <dgm:prSet presAssocID="{AA713589-544A-455A-A85F-54D7D61EDE1D}" presName="descendantText" presStyleLbl="alignAcc1" presStyleIdx="0" presStyleCnt="4" custScaleY="120987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ru-RU"/>
        </a:p>
      </dgm:t>
    </dgm:pt>
    <dgm:pt modelId="{583A4DA9-7436-49E8-80E1-298F20CF9E34}" type="pres">
      <dgm:prSet presAssocID="{D0049C64-DF32-478B-A3DB-F8BFD8E459CC}" presName="sp" presStyleCnt="0"/>
      <dgm:spPr/>
    </dgm:pt>
    <dgm:pt modelId="{B20621B2-B58B-43C7-A8C4-67288079584B}" type="pres">
      <dgm:prSet presAssocID="{44B017D5-6D48-4998-B0C8-2FCA57CAAA67}" presName="composite" presStyleCnt="0"/>
      <dgm:spPr/>
    </dgm:pt>
    <dgm:pt modelId="{EFE40D7F-A7E1-459C-9D17-1B72673A5577}" type="pres">
      <dgm:prSet presAssocID="{44B017D5-6D48-4998-B0C8-2FCA57CAAA67}" presName="parentText" presStyleLbl="alignNode1" presStyleIdx="1" presStyleCnt="4">
        <dgm:presLayoutVars>
          <dgm:chMax val="1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ru-RU"/>
        </a:p>
      </dgm:t>
    </dgm:pt>
    <dgm:pt modelId="{196CB320-B45F-4F5E-B301-D4ED24486FA2}" type="pres">
      <dgm:prSet presAssocID="{44B017D5-6D48-4998-B0C8-2FCA57CAAA67}" presName="descendantText" presStyleLbl="alignAcc1" presStyleIdx="1" presStyleCnt="4" custScaleY="99105" custLinFactNeighborY="-869">
        <dgm:presLayoutVars>
          <dgm:bulletEnabled val="1"/>
        </dgm:presLayoutVars>
      </dgm:prSet>
      <dgm:spPr>
        <a:prstGeom prst="round2SameRect">
          <a:avLst/>
        </a:prstGeom>
      </dgm:spPr>
      <dgm:t>
        <a:bodyPr/>
        <a:lstStyle/>
        <a:p>
          <a:endParaRPr lang="ru-RU"/>
        </a:p>
      </dgm:t>
    </dgm:pt>
    <dgm:pt modelId="{BC0CCA70-C556-4434-8A82-12FC3777E42D}" type="pres">
      <dgm:prSet presAssocID="{352259F8-D255-4760-A97B-8F3A818A962F}" presName="sp" presStyleCnt="0"/>
      <dgm:spPr/>
    </dgm:pt>
    <dgm:pt modelId="{9795E045-8970-4DA4-9307-FE148EF9FC89}" type="pres">
      <dgm:prSet presAssocID="{3F6C1D6E-4FAC-4279-937A-E8DF5AAE5BD4}" presName="composite" presStyleCnt="0"/>
      <dgm:spPr/>
    </dgm:pt>
    <dgm:pt modelId="{EDB1CE79-6AA3-47D0-B35F-2F0DA779EEC1}" type="pres">
      <dgm:prSet presAssocID="{3F6C1D6E-4FAC-4279-937A-E8DF5AAE5BD4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8EDA24-781D-43FB-91E1-C88AAD1F607B}" type="pres">
      <dgm:prSet presAssocID="{3F6C1D6E-4FAC-4279-937A-E8DF5AAE5BD4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E09C2C-F941-42AD-A532-04954D4F1015}" type="pres">
      <dgm:prSet presAssocID="{5C098737-A4BB-4C60-B4D5-5773BFCC495E}" presName="sp" presStyleCnt="0"/>
      <dgm:spPr/>
    </dgm:pt>
    <dgm:pt modelId="{7B8337DD-A81B-4593-AF63-B423AC5F3E6B}" type="pres">
      <dgm:prSet presAssocID="{220038B9-5D88-4FA5-931D-0A395411AA39}" presName="composite" presStyleCnt="0"/>
      <dgm:spPr/>
    </dgm:pt>
    <dgm:pt modelId="{24E45A97-1AAF-41AA-A536-BDBF08CEAB2F}" type="pres">
      <dgm:prSet presAssocID="{220038B9-5D88-4FA5-931D-0A395411AA39}" presName="parentText" presStyleLbl="alignNode1" presStyleIdx="3" presStyleCnt="4">
        <dgm:presLayoutVars>
          <dgm:chMax val="1"/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ru-RU"/>
        </a:p>
      </dgm:t>
    </dgm:pt>
    <dgm:pt modelId="{1392DB2A-23FC-4D5D-BA6D-223D6617D4ED}" type="pres">
      <dgm:prSet presAssocID="{220038B9-5D88-4FA5-931D-0A395411AA39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907E924-5D3D-444A-BA01-4452BCEA1304}" srcId="{AA713589-544A-455A-A85F-54D7D61EDE1D}" destId="{EA357BC8-1F47-4368-8B8C-506793DBAD2F}" srcOrd="0" destOrd="0" parTransId="{2779ECBD-FD88-491E-B879-BE959E324117}" sibTransId="{C9EE186B-3E96-4EF7-8945-6634CD3115A6}"/>
    <dgm:cxn modelId="{4DEC039D-5A16-4F28-A055-42BAAA752D96}" srcId="{771A67B1-1AD8-4A8E-B55A-D85298ABE8B9}" destId="{3F6C1D6E-4FAC-4279-937A-E8DF5AAE5BD4}" srcOrd="2" destOrd="0" parTransId="{BDBD5094-44F1-4E74-85FA-69CDFDD1F566}" sibTransId="{5C098737-A4BB-4C60-B4D5-5773BFCC495E}"/>
    <dgm:cxn modelId="{1F34CECC-FA11-4B92-B10C-7D70E25FD356}" srcId="{771A67B1-1AD8-4A8E-B55A-D85298ABE8B9}" destId="{44B017D5-6D48-4998-B0C8-2FCA57CAAA67}" srcOrd="1" destOrd="0" parTransId="{B6DEE1BD-084D-4564-A5A3-11C094107B17}" sibTransId="{352259F8-D255-4760-A97B-8F3A818A962F}"/>
    <dgm:cxn modelId="{5A59C57E-95F2-4451-8219-9E338265DEE2}" type="presOf" srcId="{44B017D5-6D48-4998-B0C8-2FCA57CAAA67}" destId="{EFE40D7F-A7E1-459C-9D17-1B72673A5577}" srcOrd="0" destOrd="0" presId="urn:microsoft.com/office/officeart/2005/8/layout/chevron2"/>
    <dgm:cxn modelId="{8ED1C645-A083-4354-83B2-35CB3396AB99}" type="presOf" srcId="{A4AA9E7C-0FB1-41EA-AD75-97842F36C4B5}" destId="{1392DB2A-23FC-4D5D-BA6D-223D6617D4ED}" srcOrd="0" destOrd="0" presId="urn:microsoft.com/office/officeart/2005/8/layout/chevron2"/>
    <dgm:cxn modelId="{D6CA8A26-CBE1-4394-A85D-1E18385298E8}" srcId="{3F6C1D6E-4FAC-4279-937A-E8DF5AAE5BD4}" destId="{2B1C32D9-2627-4CB3-BDE2-17ECA0DDB453}" srcOrd="0" destOrd="0" parTransId="{3E03FB72-8964-4138-9CD6-A3F0B882E0A8}" sibTransId="{4E3C2ED7-864C-4A5B-ACF1-BA9ABCF5F8E0}"/>
    <dgm:cxn modelId="{68E1967C-9F37-4C21-889F-F7B188F346C4}" type="presOf" srcId="{2B1C32D9-2627-4CB3-BDE2-17ECA0DDB453}" destId="{418EDA24-781D-43FB-91E1-C88AAD1F607B}" srcOrd="0" destOrd="0" presId="urn:microsoft.com/office/officeart/2005/8/layout/chevron2"/>
    <dgm:cxn modelId="{18514549-3D96-433C-AD58-105795B0102E}" srcId="{771A67B1-1AD8-4A8E-B55A-D85298ABE8B9}" destId="{AA713589-544A-455A-A85F-54D7D61EDE1D}" srcOrd="0" destOrd="0" parTransId="{F813CF56-9E2C-404C-AD03-50F0BF46073B}" sibTransId="{D0049C64-DF32-478B-A3DB-F8BFD8E459CC}"/>
    <dgm:cxn modelId="{A8ED38BC-7C94-474D-B965-C372384F3C71}" type="presOf" srcId="{220038B9-5D88-4FA5-931D-0A395411AA39}" destId="{24E45A97-1AAF-41AA-A536-BDBF08CEAB2F}" srcOrd="0" destOrd="0" presId="urn:microsoft.com/office/officeart/2005/8/layout/chevron2"/>
    <dgm:cxn modelId="{1C813F76-5474-4F47-AB87-C1CCD5E12039}" srcId="{44B017D5-6D48-4998-B0C8-2FCA57CAAA67}" destId="{8FD2EAF2-718E-47B5-A233-03E978669CD1}" srcOrd="0" destOrd="0" parTransId="{09EF3322-1A64-478E-96A3-2EA19CF3D61A}" sibTransId="{7D43D38F-E4BE-42A7-8251-6B970A4643AD}"/>
    <dgm:cxn modelId="{DC5A1129-2F87-49F4-816A-568D282E6AB0}" type="presOf" srcId="{AA713589-544A-455A-A85F-54D7D61EDE1D}" destId="{560B4A3C-8DD2-4924-BEA3-51021C89C5E8}" srcOrd="0" destOrd="0" presId="urn:microsoft.com/office/officeart/2005/8/layout/chevron2"/>
    <dgm:cxn modelId="{257DEDD9-C7E8-43DE-9179-3FEA555FB646}" srcId="{220038B9-5D88-4FA5-931D-0A395411AA39}" destId="{A4AA9E7C-0FB1-41EA-AD75-97842F36C4B5}" srcOrd="0" destOrd="0" parTransId="{8978B81B-DE20-497D-B7C1-CC362D1047A4}" sibTransId="{B07D614A-CC94-4EC1-A4DD-A576FC4E090C}"/>
    <dgm:cxn modelId="{D18E2E45-E007-4FA6-B78C-CAA57031F276}" type="presOf" srcId="{EA357BC8-1F47-4368-8B8C-506793DBAD2F}" destId="{6BB910F6-17A4-459A-8117-0D1B67DD59AC}" srcOrd="0" destOrd="0" presId="urn:microsoft.com/office/officeart/2005/8/layout/chevron2"/>
    <dgm:cxn modelId="{CBC2C8CF-C09F-4FF8-81A6-C1C469D68F8B}" type="presOf" srcId="{8FD2EAF2-718E-47B5-A233-03E978669CD1}" destId="{196CB320-B45F-4F5E-B301-D4ED24486FA2}" srcOrd="0" destOrd="0" presId="urn:microsoft.com/office/officeart/2005/8/layout/chevron2"/>
    <dgm:cxn modelId="{457DC258-3AE0-49CA-9E1C-C344CA95FDAC}" type="presOf" srcId="{3F6C1D6E-4FAC-4279-937A-E8DF5AAE5BD4}" destId="{EDB1CE79-6AA3-47D0-B35F-2F0DA779EEC1}" srcOrd="0" destOrd="0" presId="urn:microsoft.com/office/officeart/2005/8/layout/chevron2"/>
    <dgm:cxn modelId="{327DA60E-885B-4D59-8E8B-C8B1A59EF727}" type="presOf" srcId="{771A67B1-1AD8-4A8E-B55A-D85298ABE8B9}" destId="{13949AD4-E3FA-4B2F-B7F3-15DDF17EB979}" srcOrd="0" destOrd="0" presId="urn:microsoft.com/office/officeart/2005/8/layout/chevron2"/>
    <dgm:cxn modelId="{BE56E682-521C-4985-9F7B-318A356771A2}" srcId="{771A67B1-1AD8-4A8E-B55A-D85298ABE8B9}" destId="{220038B9-5D88-4FA5-931D-0A395411AA39}" srcOrd="3" destOrd="0" parTransId="{81FAAF92-64C7-4CEE-8611-8B23B3C49099}" sibTransId="{381785D2-9CCD-4CB6-A157-C9B6321B1777}"/>
    <dgm:cxn modelId="{103A9AC6-AAED-40B7-A6F7-17533D40D10C}" type="presParOf" srcId="{13949AD4-E3FA-4B2F-B7F3-15DDF17EB979}" destId="{F4FB7A81-1430-427E-AD84-EEEEA8B99500}" srcOrd="0" destOrd="0" presId="urn:microsoft.com/office/officeart/2005/8/layout/chevron2"/>
    <dgm:cxn modelId="{47BFCAAF-1F3B-433D-B957-EA0D72060067}" type="presParOf" srcId="{F4FB7A81-1430-427E-AD84-EEEEA8B99500}" destId="{560B4A3C-8DD2-4924-BEA3-51021C89C5E8}" srcOrd="0" destOrd="0" presId="urn:microsoft.com/office/officeart/2005/8/layout/chevron2"/>
    <dgm:cxn modelId="{EC54F624-C2F9-4CE8-9091-3B8A7374C1D2}" type="presParOf" srcId="{F4FB7A81-1430-427E-AD84-EEEEA8B99500}" destId="{6BB910F6-17A4-459A-8117-0D1B67DD59AC}" srcOrd="1" destOrd="0" presId="urn:microsoft.com/office/officeart/2005/8/layout/chevron2"/>
    <dgm:cxn modelId="{8D75CE25-1B8F-4E70-85DE-84BB99A0CC00}" type="presParOf" srcId="{13949AD4-E3FA-4B2F-B7F3-15DDF17EB979}" destId="{583A4DA9-7436-49E8-80E1-298F20CF9E34}" srcOrd="1" destOrd="0" presId="urn:microsoft.com/office/officeart/2005/8/layout/chevron2"/>
    <dgm:cxn modelId="{BCC81185-7026-42A2-8577-C993BCF06B5E}" type="presParOf" srcId="{13949AD4-E3FA-4B2F-B7F3-15DDF17EB979}" destId="{B20621B2-B58B-43C7-A8C4-67288079584B}" srcOrd="2" destOrd="0" presId="urn:microsoft.com/office/officeart/2005/8/layout/chevron2"/>
    <dgm:cxn modelId="{6DF58D03-848B-4B4E-AB71-FF4861B3BF12}" type="presParOf" srcId="{B20621B2-B58B-43C7-A8C4-67288079584B}" destId="{EFE40D7F-A7E1-459C-9D17-1B72673A5577}" srcOrd="0" destOrd="0" presId="urn:microsoft.com/office/officeart/2005/8/layout/chevron2"/>
    <dgm:cxn modelId="{CD84911F-07E6-4E37-9E0A-672FDE178F04}" type="presParOf" srcId="{B20621B2-B58B-43C7-A8C4-67288079584B}" destId="{196CB320-B45F-4F5E-B301-D4ED24486FA2}" srcOrd="1" destOrd="0" presId="urn:microsoft.com/office/officeart/2005/8/layout/chevron2"/>
    <dgm:cxn modelId="{6D2CE064-A0B9-45C2-B99B-D991AB046A08}" type="presParOf" srcId="{13949AD4-E3FA-4B2F-B7F3-15DDF17EB979}" destId="{BC0CCA70-C556-4434-8A82-12FC3777E42D}" srcOrd="3" destOrd="0" presId="urn:microsoft.com/office/officeart/2005/8/layout/chevron2"/>
    <dgm:cxn modelId="{18AEE272-D95D-4361-904B-3222B4068B9E}" type="presParOf" srcId="{13949AD4-E3FA-4B2F-B7F3-15DDF17EB979}" destId="{9795E045-8970-4DA4-9307-FE148EF9FC89}" srcOrd="4" destOrd="0" presId="urn:microsoft.com/office/officeart/2005/8/layout/chevron2"/>
    <dgm:cxn modelId="{C4E836AC-F72B-4837-98E2-2AA2B8A9B978}" type="presParOf" srcId="{9795E045-8970-4DA4-9307-FE148EF9FC89}" destId="{EDB1CE79-6AA3-47D0-B35F-2F0DA779EEC1}" srcOrd="0" destOrd="0" presId="urn:microsoft.com/office/officeart/2005/8/layout/chevron2"/>
    <dgm:cxn modelId="{AB4E02AC-E13F-46A1-8006-C8E4C0EEC25B}" type="presParOf" srcId="{9795E045-8970-4DA4-9307-FE148EF9FC89}" destId="{418EDA24-781D-43FB-91E1-C88AAD1F607B}" srcOrd="1" destOrd="0" presId="urn:microsoft.com/office/officeart/2005/8/layout/chevron2"/>
    <dgm:cxn modelId="{8D4AAE4F-3DFE-4B03-8E74-1F393334F137}" type="presParOf" srcId="{13949AD4-E3FA-4B2F-B7F3-15DDF17EB979}" destId="{12E09C2C-F941-42AD-A532-04954D4F1015}" srcOrd="5" destOrd="0" presId="urn:microsoft.com/office/officeart/2005/8/layout/chevron2"/>
    <dgm:cxn modelId="{4D785A90-CAF9-4454-961E-FA5A9BA8A2A1}" type="presParOf" srcId="{13949AD4-E3FA-4B2F-B7F3-15DDF17EB979}" destId="{7B8337DD-A81B-4593-AF63-B423AC5F3E6B}" srcOrd="6" destOrd="0" presId="urn:microsoft.com/office/officeart/2005/8/layout/chevron2"/>
    <dgm:cxn modelId="{BA19935C-FC74-4D2A-AE53-84F2064AF3BD}" type="presParOf" srcId="{7B8337DD-A81B-4593-AF63-B423AC5F3E6B}" destId="{24E45A97-1AAF-41AA-A536-BDBF08CEAB2F}" srcOrd="0" destOrd="0" presId="urn:microsoft.com/office/officeart/2005/8/layout/chevron2"/>
    <dgm:cxn modelId="{1C23E59E-051D-4B28-88FA-910D74DE1D7C}" type="presParOf" srcId="{7B8337DD-A81B-4593-AF63-B423AC5F3E6B}" destId="{1392DB2A-23FC-4D5D-BA6D-223D6617D4E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8398C-23B8-47F4-A8CA-C1D9D7B5FE2D}">
      <dsp:nvSpPr>
        <dsp:cNvPr id="0" name=""/>
        <dsp:cNvSpPr/>
      </dsp:nvSpPr>
      <dsp:spPr>
        <a:xfrm>
          <a:off x="0" y="0"/>
          <a:ext cx="9144000" cy="0"/>
        </a:xfrm>
        <a:prstGeom prst="line">
          <a:avLst/>
        </a:prstGeom>
        <a:solidFill>
          <a:srgbClr val="BBE0E3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BBE0E3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19B09-AB4A-4359-9893-1C58238596B6}">
      <dsp:nvSpPr>
        <dsp:cNvPr id="0" name=""/>
        <dsp:cNvSpPr/>
      </dsp:nvSpPr>
      <dsp:spPr>
        <a:xfrm>
          <a:off x="0" y="0"/>
          <a:ext cx="2235417" cy="46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Онлайн-сервіси та стандартні</a:t>
          </a:r>
          <a:r>
            <a:rPr lang="ru-RU" sz="2000" b="1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 </a:t>
          </a:r>
          <a:r>
            <a:rPr lang="uk-UA" sz="2000" b="1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калькулятори</a:t>
          </a:r>
          <a:r>
            <a:rPr lang="ru-RU" sz="2000" b="1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 </a:t>
          </a:r>
          <a:r>
            <a:rPr lang="uk-UA" sz="2000" b="1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операційних</a:t>
          </a:r>
          <a:r>
            <a:rPr lang="ru-RU" sz="2000" b="1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 систем</a:t>
          </a:r>
          <a:endParaRPr lang="uk-UA" sz="2000" b="1" kern="1200" noProof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Arial"/>
          </a:endParaRPr>
        </a:p>
      </dsp:txBody>
      <dsp:txXfrm>
        <a:off x="0" y="0"/>
        <a:ext cx="2235417" cy="4683628"/>
      </dsp:txXfrm>
    </dsp:sp>
    <dsp:sp modelId="{A59AB5F0-DB0B-4E78-9A9D-9A7D4FB1FE83}">
      <dsp:nvSpPr>
        <dsp:cNvPr id="0" name=""/>
        <dsp:cNvSpPr/>
      </dsp:nvSpPr>
      <dsp:spPr>
        <a:xfrm>
          <a:off x="2361192" y="381117"/>
          <a:ext cx="6777369" cy="4280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Недоліки: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/>
          </a:r>
          <a:b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</a:b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обмежена точність обчислень;
</a:t>
          </a: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відсутність підтримки надвеликих чисел;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залежність від </a:t>
          </a:r>
          <a:r>
            <a:rPr lang="uk-UA" sz="1800" kern="1200" noProof="0" dirty="0" err="1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інтернет-з’єднання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;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працюють лише зі стандартними типами даних</a:t>
          </a: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;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відсутні спеціалізовані машинобудівні модулі</a:t>
          </a: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;</a:t>
          </a:r>
          <a:endParaRPr lang="uk-UA" sz="1800" kern="1200" noProof="0" dirty="0" smtClean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Arial"/>
          </a:endParaRP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закриті алгоритми, неможливість верифікації.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Покращення в проекті: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реалізовано довгу арифметику з керованою точністю;
</a:t>
          </a: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забезпечено автономну (офлайн) роботу;
</a:t>
          </a: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повна прозорість алгоритмів обчислень.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• </a:t>
          </a:r>
          <a:r>
            <a:rPr lang="uk-UA" sz="1800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інтеграція прикладних інженерних розрахунків (вага металопрокату, канатів тощо).</a:t>
          </a:r>
        </a:p>
      </dsp:txBody>
      <dsp:txXfrm>
        <a:off x="2361192" y="381117"/>
        <a:ext cx="6777369" cy="4280074"/>
      </dsp:txXfrm>
    </dsp:sp>
    <dsp:sp modelId="{E2224506-CFF6-45F2-84A6-2B5D745D28A0}">
      <dsp:nvSpPr>
        <dsp:cNvPr id="0" name=""/>
        <dsp:cNvSpPr/>
      </dsp:nvSpPr>
      <dsp:spPr>
        <a:xfrm>
          <a:off x="2235417" y="4480409"/>
          <a:ext cx="6707981" cy="0"/>
        </a:xfrm>
        <a:prstGeom prst="line">
          <a:avLst/>
        </a:prstGeom>
        <a:solidFill>
          <a:srgbClr val="BBE0E3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BBE0E3">
              <a:tint val="5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8398C-23B8-47F4-A8CA-C1D9D7B5FE2D}">
      <dsp:nvSpPr>
        <dsp:cNvPr id="0" name=""/>
        <dsp:cNvSpPr/>
      </dsp:nvSpPr>
      <dsp:spPr>
        <a:xfrm>
          <a:off x="0" y="0"/>
          <a:ext cx="9144000" cy="0"/>
        </a:xfrm>
        <a:prstGeom prst="line">
          <a:avLst/>
        </a:prstGeom>
        <a:solidFill>
          <a:srgbClr val="BBE0E3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BBE0E3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19B09-AB4A-4359-9893-1C58238596B6}">
      <dsp:nvSpPr>
        <dsp:cNvPr id="0" name=""/>
        <dsp:cNvSpPr/>
      </dsp:nvSpPr>
      <dsp:spPr>
        <a:xfrm>
          <a:off x="0" y="0"/>
          <a:ext cx="2235417" cy="4683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noProof="0" dirty="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Arial"/>
            </a:rPr>
            <a:t>Математичні пакети загального призначення та бібліотеки довгої арифметики</a:t>
          </a:r>
        </a:p>
      </dsp:txBody>
      <dsp:txXfrm>
        <a:off x="0" y="0"/>
        <a:ext cx="2235417" cy="4683628"/>
      </dsp:txXfrm>
    </dsp:sp>
    <dsp:sp modelId="{A59AB5F0-DB0B-4E78-9A9D-9A7D4FB1FE83}">
      <dsp:nvSpPr>
        <dsp:cNvPr id="0" name=""/>
        <dsp:cNvSpPr/>
      </dsp:nvSpPr>
      <dsp:spPr>
        <a:xfrm>
          <a:off x="2361192" y="381117"/>
          <a:ext cx="6777369" cy="4280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kern="1200" noProof="0" dirty="0" smtClean="0">
              <a:solidFill>
                <a:srgbClr val="000000"/>
              </a:solidFill>
              <a:latin typeface="+mj-lt"/>
            </a:rPr>
            <a:t>Недоліки: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/>
          </a:r>
          <a:br>
            <a:rPr lang="uk-UA" sz="1800" kern="1200" noProof="0" dirty="0" smtClean="0">
              <a:solidFill>
                <a:srgbClr val="000000"/>
              </a:solidFill>
              <a:latin typeface="+mj-lt"/>
            </a:rPr>
          </a:b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>надлишкова функціональність для вузьких інженерних задач</a:t>
          </a: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;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>
</a:t>
          </a: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>високі системні вимоги;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>складність освоєння: орієнтовані на дуже досвідчених користувачів або програмістів;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>не інтегровані з виробничими розрахунками</a:t>
          </a: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;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>відсутні спеціалізовані машинобудівні модулі</a:t>
          </a: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;</a:t>
          </a:r>
          <a:endParaRPr lang="uk-UA" sz="1800" kern="1200" noProof="0" dirty="0" smtClean="0">
            <a:solidFill>
              <a:srgbClr val="000000"/>
            </a:solidFill>
            <a:latin typeface="+mj-lt"/>
          </a:endParaRP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>потребують ліцензій.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kern="1200" noProof="0" dirty="0" smtClean="0">
              <a:solidFill>
                <a:srgbClr val="000000"/>
              </a:solidFill>
              <a:latin typeface="+mj-lt"/>
            </a:rPr>
            <a:t>Покращення в проекті: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b="0" kern="1200" noProof="0" dirty="0" smtClean="0">
              <a:solidFill>
                <a:srgbClr val="000000"/>
              </a:solidFill>
              <a:latin typeface="+mj-lt"/>
            </a:rPr>
            <a:t>орієнтація виключно на прикладні інженерні задачі;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>
</a:t>
          </a: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>низькі апаратні вимоги;
</a:t>
          </a:r>
          <a:r>
            <a:rPr lang="ru-RU" sz="1800" kern="1200" noProof="0" dirty="0" smtClean="0">
              <a:solidFill>
                <a:srgbClr val="000000"/>
              </a:solidFill>
              <a:latin typeface="+mj-lt"/>
            </a:rPr>
            <a:t>• </a:t>
          </a:r>
          <a:r>
            <a:rPr lang="uk-UA" sz="1800" kern="1200" noProof="0" dirty="0" smtClean="0">
              <a:solidFill>
                <a:srgbClr val="000000"/>
              </a:solidFill>
              <a:latin typeface="+mj-lt"/>
            </a:rPr>
            <a:t>простий користувацький інтерфейс.</a:t>
          </a:r>
          <a:endParaRPr lang="uk-UA" sz="1800" kern="1200" noProof="0" dirty="0" smtClean="0">
            <a:solidFill>
              <a:srgbClr val="000000"/>
            </a:solidFill>
            <a:latin typeface="+mj-lt"/>
            <a:ea typeface="+mn-ea"/>
            <a:cs typeface="Arial"/>
          </a:endParaRPr>
        </a:p>
      </dsp:txBody>
      <dsp:txXfrm>
        <a:off x="2361192" y="381117"/>
        <a:ext cx="6777369" cy="4280074"/>
      </dsp:txXfrm>
    </dsp:sp>
    <dsp:sp modelId="{E2224506-CFF6-45F2-84A6-2B5D745D28A0}">
      <dsp:nvSpPr>
        <dsp:cNvPr id="0" name=""/>
        <dsp:cNvSpPr/>
      </dsp:nvSpPr>
      <dsp:spPr>
        <a:xfrm>
          <a:off x="2235417" y="4480409"/>
          <a:ext cx="6707981" cy="0"/>
        </a:xfrm>
        <a:prstGeom prst="line">
          <a:avLst/>
        </a:prstGeom>
        <a:solidFill>
          <a:srgbClr val="BBE0E3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BBE0E3">
              <a:tint val="5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937DE9-0298-4C78-BD51-4B1547A2341A}">
      <dsp:nvSpPr>
        <dsp:cNvPr id="0" name=""/>
        <dsp:cNvSpPr/>
      </dsp:nvSpPr>
      <dsp:spPr>
        <a:xfrm>
          <a:off x="2569985" y="992235"/>
          <a:ext cx="1823860" cy="4339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755"/>
              </a:lnTo>
              <a:lnTo>
                <a:pt x="1823860" y="295755"/>
              </a:lnTo>
              <a:lnTo>
                <a:pt x="1823860" y="43399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3FCF7A-C78A-4D15-9520-7CFA9E9DCE08}">
      <dsp:nvSpPr>
        <dsp:cNvPr id="0" name=""/>
        <dsp:cNvSpPr/>
      </dsp:nvSpPr>
      <dsp:spPr>
        <a:xfrm>
          <a:off x="2524265" y="992235"/>
          <a:ext cx="91440" cy="43399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399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13E0D-25F0-46AB-9CED-F3EF8CD13C64}">
      <dsp:nvSpPr>
        <dsp:cNvPr id="0" name=""/>
        <dsp:cNvSpPr/>
      </dsp:nvSpPr>
      <dsp:spPr>
        <a:xfrm>
          <a:off x="746124" y="992235"/>
          <a:ext cx="1823860" cy="433995"/>
        </a:xfrm>
        <a:custGeom>
          <a:avLst/>
          <a:gdLst/>
          <a:ahLst/>
          <a:cxnLst/>
          <a:rect l="0" t="0" r="0" b="0"/>
          <a:pathLst>
            <a:path>
              <a:moveTo>
                <a:pt x="1823860" y="0"/>
              </a:moveTo>
              <a:lnTo>
                <a:pt x="1823860" y="295755"/>
              </a:lnTo>
              <a:lnTo>
                <a:pt x="0" y="295755"/>
              </a:lnTo>
              <a:lnTo>
                <a:pt x="0" y="43399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D04C57-0731-4E3B-94B8-FF89633EA215}">
      <dsp:nvSpPr>
        <dsp:cNvPr id="0" name=""/>
        <dsp:cNvSpPr/>
      </dsp:nvSpPr>
      <dsp:spPr>
        <a:xfrm>
          <a:off x="1437397" y="44656"/>
          <a:ext cx="2265175" cy="947578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774EA-3B23-437A-9233-0C9CFF24B0A5}">
      <dsp:nvSpPr>
        <dsp:cNvPr id="0" name=""/>
        <dsp:cNvSpPr/>
      </dsp:nvSpPr>
      <dsp:spPr>
        <a:xfrm>
          <a:off x="1603203" y="202172"/>
          <a:ext cx="2265175" cy="9475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>
              <a:solidFill>
                <a:schemeClr val="bg2"/>
              </a:solidFill>
            </a:rPr>
            <a:t>Генератор випадкових наддовгих чисел</a:t>
          </a:r>
          <a:endParaRPr lang="ru-RU" sz="1800" kern="1200" dirty="0">
            <a:solidFill>
              <a:schemeClr val="bg2"/>
            </a:solidFill>
          </a:endParaRPr>
        </a:p>
      </dsp:txBody>
      <dsp:txXfrm>
        <a:off x="1630957" y="229926"/>
        <a:ext cx="2209667" cy="892070"/>
      </dsp:txXfrm>
    </dsp:sp>
    <dsp:sp modelId="{DE371E04-9EE7-489E-A75B-DC29D5F69AC2}">
      <dsp:nvSpPr>
        <dsp:cNvPr id="0" name=""/>
        <dsp:cNvSpPr/>
      </dsp:nvSpPr>
      <dsp:spPr>
        <a:xfrm>
          <a:off x="0" y="1426231"/>
          <a:ext cx="1492249" cy="947578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B4F859-F06C-4034-819E-552C20CFA620}">
      <dsp:nvSpPr>
        <dsp:cNvPr id="0" name=""/>
        <dsp:cNvSpPr/>
      </dsp:nvSpPr>
      <dsp:spPr>
        <a:xfrm>
          <a:off x="165805" y="1583746"/>
          <a:ext cx="1492249" cy="9475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>
              <a:solidFill>
                <a:schemeClr val="bg2"/>
              </a:solidFill>
            </a:rPr>
            <a:t>За довжиною</a:t>
          </a:r>
          <a:endParaRPr lang="ru-RU" sz="1800" kern="1200" dirty="0">
            <a:solidFill>
              <a:schemeClr val="bg2"/>
            </a:solidFill>
          </a:endParaRPr>
        </a:p>
      </dsp:txBody>
      <dsp:txXfrm>
        <a:off x="193559" y="1611500"/>
        <a:ext cx="1436741" cy="892070"/>
      </dsp:txXfrm>
    </dsp:sp>
    <dsp:sp modelId="{55377848-B0FA-4591-BD50-FD35AE63E188}">
      <dsp:nvSpPr>
        <dsp:cNvPr id="0" name=""/>
        <dsp:cNvSpPr/>
      </dsp:nvSpPr>
      <dsp:spPr>
        <a:xfrm>
          <a:off x="1823860" y="1426231"/>
          <a:ext cx="1492249" cy="947578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F05A4-1FAC-4B2B-98C6-D282B8C10AD7}">
      <dsp:nvSpPr>
        <dsp:cNvPr id="0" name=""/>
        <dsp:cNvSpPr/>
      </dsp:nvSpPr>
      <dsp:spPr>
        <a:xfrm>
          <a:off x="1989666" y="1583746"/>
          <a:ext cx="1492249" cy="9475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>
              <a:solidFill>
                <a:schemeClr val="bg2"/>
              </a:solidFill>
            </a:rPr>
            <a:t>В заданому діапазоні</a:t>
          </a:r>
          <a:endParaRPr lang="ru-RU" sz="1800" kern="1200" dirty="0">
            <a:solidFill>
              <a:schemeClr val="bg2"/>
            </a:solidFill>
          </a:endParaRPr>
        </a:p>
      </dsp:txBody>
      <dsp:txXfrm>
        <a:off x="2017420" y="1611500"/>
        <a:ext cx="1436741" cy="892070"/>
      </dsp:txXfrm>
    </dsp:sp>
    <dsp:sp modelId="{9997C79A-48E4-4CE8-8A14-53DA13247E5A}">
      <dsp:nvSpPr>
        <dsp:cNvPr id="0" name=""/>
        <dsp:cNvSpPr/>
      </dsp:nvSpPr>
      <dsp:spPr>
        <a:xfrm>
          <a:off x="3647721" y="1426231"/>
          <a:ext cx="1492249" cy="947578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B4EF5-942A-44DB-8522-FDA09351FC34}">
      <dsp:nvSpPr>
        <dsp:cNvPr id="0" name=""/>
        <dsp:cNvSpPr/>
      </dsp:nvSpPr>
      <dsp:spPr>
        <a:xfrm>
          <a:off x="3813527" y="1583746"/>
          <a:ext cx="1492249" cy="9475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>
              <a:solidFill>
                <a:schemeClr val="bg2"/>
              </a:solidFill>
            </a:rPr>
            <a:t>Генератор виразів</a:t>
          </a:r>
          <a:endParaRPr lang="ru-RU" sz="1800" kern="1200" dirty="0">
            <a:solidFill>
              <a:schemeClr val="bg2"/>
            </a:solidFill>
          </a:endParaRPr>
        </a:p>
      </dsp:txBody>
      <dsp:txXfrm>
        <a:off x="3841281" y="1611500"/>
        <a:ext cx="1436741" cy="8920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3FCF7A-C78A-4D15-9520-7CFA9E9DCE08}">
      <dsp:nvSpPr>
        <dsp:cNvPr id="0" name=""/>
        <dsp:cNvSpPr/>
      </dsp:nvSpPr>
      <dsp:spPr>
        <a:xfrm>
          <a:off x="1780407" y="1014647"/>
          <a:ext cx="943098" cy="4011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343"/>
              </a:lnTo>
              <a:lnTo>
                <a:pt x="943098" y="273343"/>
              </a:lnTo>
              <a:lnTo>
                <a:pt x="943098" y="40110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313E0D-25F0-46AB-9CED-F3EF8CD13C64}">
      <dsp:nvSpPr>
        <dsp:cNvPr id="0" name=""/>
        <dsp:cNvSpPr/>
      </dsp:nvSpPr>
      <dsp:spPr>
        <a:xfrm>
          <a:off x="790079" y="1014647"/>
          <a:ext cx="990328" cy="401108"/>
        </a:xfrm>
        <a:custGeom>
          <a:avLst/>
          <a:gdLst/>
          <a:ahLst/>
          <a:cxnLst/>
          <a:rect l="0" t="0" r="0" b="0"/>
          <a:pathLst>
            <a:path>
              <a:moveTo>
                <a:pt x="990328" y="0"/>
              </a:moveTo>
              <a:lnTo>
                <a:pt x="990328" y="273343"/>
              </a:lnTo>
              <a:lnTo>
                <a:pt x="0" y="273343"/>
              </a:lnTo>
              <a:lnTo>
                <a:pt x="0" y="40110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D04C57-0731-4E3B-94B8-FF89633EA215}">
      <dsp:nvSpPr>
        <dsp:cNvPr id="0" name=""/>
        <dsp:cNvSpPr/>
      </dsp:nvSpPr>
      <dsp:spPr>
        <a:xfrm>
          <a:off x="579971" y="9373"/>
          <a:ext cx="2400872" cy="100527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774EA-3B23-437A-9233-0C9CFF24B0A5}">
      <dsp:nvSpPr>
        <dsp:cNvPr id="0" name=""/>
        <dsp:cNvSpPr/>
      </dsp:nvSpPr>
      <dsp:spPr>
        <a:xfrm>
          <a:off x="733212" y="154952"/>
          <a:ext cx="2400872" cy="1005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kern="1200" dirty="0" smtClean="0">
              <a:solidFill>
                <a:schemeClr val="bg2"/>
              </a:solidFill>
            </a:rPr>
            <a:t>Виконання арифметичних дій</a:t>
          </a:r>
          <a:endParaRPr lang="ru-RU" sz="1900" kern="1200" dirty="0">
            <a:solidFill>
              <a:schemeClr val="bg2"/>
            </a:solidFill>
          </a:endParaRPr>
        </a:p>
      </dsp:txBody>
      <dsp:txXfrm>
        <a:off x="762655" y="184395"/>
        <a:ext cx="2341986" cy="946387"/>
      </dsp:txXfrm>
    </dsp:sp>
    <dsp:sp modelId="{DE371E04-9EE7-489E-A75B-DC29D5F69AC2}">
      <dsp:nvSpPr>
        <dsp:cNvPr id="0" name=""/>
        <dsp:cNvSpPr/>
      </dsp:nvSpPr>
      <dsp:spPr>
        <a:xfrm>
          <a:off x="221" y="1415755"/>
          <a:ext cx="1579714" cy="100527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B4F859-F06C-4034-819E-552C20CFA620}">
      <dsp:nvSpPr>
        <dsp:cNvPr id="0" name=""/>
        <dsp:cNvSpPr/>
      </dsp:nvSpPr>
      <dsp:spPr>
        <a:xfrm>
          <a:off x="153463" y="1561334"/>
          <a:ext cx="1579714" cy="10052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kern="1200" dirty="0" smtClean="0">
              <a:solidFill>
                <a:schemeClr val="bg2"/>
              </a:solidFill>
            </a:rPr>
            <a:t>Основні операції</a:t>
          </a:r>
          <a:endParaRPr lang="ru-RU" sz="1900" kern="1200" dirty="0">
            <a:solidFill>
              <a:schemeClr val="bg2"/>
            </a:solidFill>
          </a:endParaRPr>
        </a:p>
      </dsp:txBody>
      <dsp:txXfrm>
        <a:off x="182906" y="1590777"/>
        <a:ext cx="1520828" cy="946387"/>
      </dsp:txXfrm>
    </dsp:sp>
    <dsp:sp modelId="{55377848-B0FA-4591-BD50-FD35AE63E188}">
      <dsp:nvSpPr>
        <dsp:cNvPr id="0" name=""/>
        <dsp:cNvSpPr/>
      </dsp:nvSpPr>
      <dsp:spPr>
        <a:xfrm>
          <a:off x="1886418" y="1415755"/>
          <a:ext cx="1674174" cy="964935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F05A4-1FAC-4B2B-98C6-D282B8C10AD7}">
      <dsp:nvSpPr>
        <dsp:cNvPr id="0" name=""/>
        <dsp:cNvSpPr/>
      </dsp:nvSpPr>
      <dsp:spPr>
        <a:xfrm>
          <a:off x="2039659" y="1561334"/>
          <a:ext cx="1674174" cy="964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kern="1200" dirty="0" smtClean="0">
              <a:solidFill>
                <a:schemeClr val="bg2"/>
              </a:solidFill>
            </a:rPr>
            <a:t>Обчислення степеня</a:t>
          </a:r>
          <a:endParaRPr lang="ru-RU" sz="1900" kern="1200" dirty="0">
            <a:solidFill>
              <a:schemeClr val="bg2"/>
            </a:solidFill>
          </a:endParaRPr>
        </a:p>
      </dsp:txBody>
      <dsp:txXfrm>
        <a:off x="2067921" y="1589596"/>
        <a:ext cx="1617650" cy="9084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04C57-0731-4E3B-94B8-FF89633EA215}">
      <dsp:nvSpPr>
        <dsp:cNvPr id="0" name=""/>
        <dsp:cNvSpPr/>
      </dsp:nvSpPr>
      <dsp:spPr>
        <a:xfrm>
          <a:off x="1495274" y="690"/>
          <a:ext cx="5883773" cy="97291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774EA-3B23-437A-9233-0C9CFF24B0A5}">
      <dsp:nvSpPr>
        <dsp:cNvPr id="0" name=""/>
        <dsp:cNvSpPr/>
      </dsp:nvSpPr>
      <dsp:spPr>
        <a:xfrm>
          <a:off x="1764951" y="256883"/>
          <a:ext cx="5883773" cy="9729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kern="1200" dirty="0" smtClean="0">
              <a:solidFill>
                <a:schemeClr val="bg2"/>
              </a:solidFill>
              <a:latin typeface="+mn-lt"/>
            </a:rPr>
            <a:t>Засоби тестування швидкодії та доведення вірності обчислень</a:t>
          </a:r>
          <a:endParaRPr lang="ru-RU" sz="2400" kern="1200" dirty="0">
            <a:solidFill>
              <a:schemeClr val="bg2"/>
            </a:solidFill>
            <a:latin typeface="+mn-lt"/>
          </a:endParaRPr>
        </a:p>
      </dsp:txBody>
      <dsp:txXfrm>
        <a:off x="1793447" y="285379"/>
        <a:ext cx="5826781" cy="9159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B4A3C-8DD2-4924-BEA3-51021C89C5E8}">
      <dsp:nvSpPr>
        <dsp:cNvPr id="0" name=""/>
        <dsp:cNvSpPr/>
      </dsp:nvSpPr>
      <dsp:spPr>
        <a:xfrm rot="5400000">
          <a:off x="-165632" y="245197"/>
          <a:ext cx="1104217" cy="772952"/>
        </a:xfrm>
        <a:prstGeom prst="chevron">
          <a:avLst/>
        </a:prstGeo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kern="120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1</a:t>
          </a:r>
          <a:endParaRPr lang="ru-RU" sz="3200" kern="1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rot="-5400000">
        <a:off x="1" y="466040"/>
        <a:ext cx="772952" cy="331265"/>
      </dsp:txXfrm>
    </dsp:sp>
    <dsp:sp modelId="{6BB910F6-17A4-459A-8117-0D1B67DD59AC}">
      <dsp:nvSpPr>
        <dsp:cNvPr id="0" name=""/>
        <dsp:cNvSpPr/>
      </dsp:nvSpPr>
      <dsp:spPr>
        <a:xfrm rot="5400000">
          <a:off x="4377305" y="-3600144"/>
          <a:ext cx="868830" cy="8077537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800" kern="1200" noProof="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Вперше реалізовано та експериментально підтверджено ефективність власної реалізації довгої арифметики.</a:t>
          </a:r>
          <a:endParaRPr lang="uk-UA" sz="1800" kern="12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rot="-5400000">
        <a:off x="772952" y="46622"/>
        <a:ext cx="8035124" cy="784004"/>
      </dsp:txXfrm>
    </dsp:sp>
    <dsp:sp modelId="{EFE40D7F-A7E1-459C-9D17-1B72673A5577}">
      <dsp:nvSpPr>
        <dsp:cNvPr id="0" name=""/>
        <dsp:cNvSpPr/>
      </dsp:nvSpPr>
      <dsp:spPr>
        <a:xfrm rot="5400000">
          <a:off x="-165632" y="1203866"/>
          <a:ext cx="1104217" cy="772952"/>
        </a:xfrm>
        <a:prstGeom prst="chevron">
          <a:avLst/>
        </a:prstGeo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kern="120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2</a:t>
          </a:r>
          <a:endParaRPr lang="ru-RU" sz="3200" kern="1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rot="-5400000">
        <a:off x="1" y="1424709"/>
        <a:ext cx="772952" cy="331265"/>
      </dsp:txXfrm>
    </dsp:sp>
    <dsp:sp modelId="{196CB320-B45F-4F5E-B301-D4ED24486FA2}">
      <dsp:nvSpPr>
        <dsp:cNvPr id="0" name=""/>
        <dsp:cNvSpPr/>
      </dsp:nvSpPr>
      <dsp:spPr>
        <a:xfrm rot="5400000">
          <a:off x="4456062" y="-2647901"/>
          <a:ext cx="711317" cy="8077537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800" kern="1200" noProof="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Запропоновано метод комбінованого </a:t>
          </a:r>
          <a:r>
            <a:rPr lang="uk-UA" sz="1800" kern="1200" noProof="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функціонально-продуктивнісного</a:t>
          </a:r>
          <a:r>
            <a:rPr lang="uk-UA" sz="1800" kern="1200" noProof="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 тестування довгої арифметики</a:t>
          </a:r>
          <a:endParaRPr lang="uk-UA" sz="1800" kern="12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rot="-5400000">
        <a:off x="772952" y="1069933"/>
        <a:ext cx="8042813" cy="641869"/>
      </dsp:txXfrm>
    </dsp:sp>
    <dsp:sp modelId="{EDB1CE79-6AA3-47D0-B35F-2F0DA779EEC1}">
      <dsp:nvSpPr>
        <dsp:cNvPr id="0" name=""/>
        <dsp:cNvSpPr/>
      </dsp:nvSpPr>
      <dsp:spPr>
        <a:xfrm rot="5400000">
          <a:off x="-165632" y="2162535"/>
          <a:ext cx="1104217" cy="772952"/>
        </a:xfrm>
        <a:prstGeom prst="chevron">
          <a:avLst/>
        </a:prstGeo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b="0" kern="1200" smtClean="0">
              <a:solidFill>
                <a:schemeClr val="bg2"/>
              </a:solidFill>
            </a:rPr>
            <a:t>3</a:t>
          </a:r>
          <a:endParaRPr lang="ru-RU" sz="3200" b="0" kern="1200" dirty="0">
            <a:solidFill>
              <a:schemeClr val="bg2"/>
            </a:solidFill>
          </a:endParaRPr>
        </a:p>
      </dsp:txBody>
      <dsp:txXfrm rot="-5400000">
        <a:off x="1" y="2383378"/>
        <a:ext cx="772952" cy="331265"/>
      </dsp:txXfrm>
    </dsp:sp>
    <dsp:sp modelId="{418EDA24-781D-43FB-91E1-C88AAD1F607B}">
      <dsp:nvSpPr>
        <dsp:cNvPr id="0" name=""/>
        <dsp:cNvSpPr/>
      </dsp:nvSpPr>
      <dsp:spPr>
        <a:xfrm rot="5400000">
          <a:off x="4452850" y="-1682995"/>
          <a:ext cx="717741" cy="80775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800" kern="1200" noProof="0" dirty="0" smtClean="0">
              <a:solidFill>
                <a:schemeClr val="bg2"/>
              </a:solidFill>
            </a:rPr>
            <a:t>Забезпечена відсутність помилок у власній реалізації за рахунок формалізованих методів перевірки коректності обчислень.</a:t>
          </a:r>
          <a:endParaRPr lang="uk-UA" sz="1800" kern="1200" noProof="0" dirty="0">
            <a:solidFill>
              <a:schemeClr val="bg2"/>
            </a:solidFill>
          </a:endParaRPr>
        </a:p>
      </dsp:txBody>
      <dsp:txXfrm rot="-5400000">
        <a:off x="772953" y="2031939"/>
        <a:ext cx="8042500" cy="647667"/>
      </dsp:txXfrm>
    </dsp:sp>
    <dsp:sp modelId="{24E45A97-1AAF-41AA-A536-BDBF08CEAB2F}">
      <dsp:nvSpPr>
        <dsp:cNvPr id="0" name=""/>
        <dsp:cNvSpPr/>
      </dsp:nvSpPr>
      <dsp:spPr>
        <a:xfrm rot="5400000">
          <a:off x="-165632" y="3121205"/>
          <a:ext cx="1104217" cy="772952"/>
        </a:xfrm>
        <a:prstGeom prst="chevron">
          <a:avLst/>
        </a:prstGeo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kern="120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4</a:t>
          </a:r>
          <a:endParaRPr lang="ru-RU" sz="3200" kern="1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rot="-5400000">
        <a:off x="1" y="3342048"/>
        <a:ext cx="772952" cy="331265"/>
      </dsp:txXfrm>
    </dsp:sp>
    <dsp:sp modelId="{1392DB2A-23FC-4D5D-BA6D-223D6617D4ED}">
      <dsp:nvSpPr>
        <dsp:cNvPr id="0" name=""/>
        <dsp:cNvSpPr/>
      </dsp:nvSpPr>
      <dsp:spPr>
        <a:xfrm rot="5400000">
          <a:off x="4452850" y="-724325"/>
          <a:ext cx="717741" cy="80775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800" kern="1200" noProof="0" dirty="0" smtClean="0">
              <a:solidFill>
                <a:schemeClr val="bg2"/>
              </a:solidFill>
            </a:rPr>
            <a:t>Отримано нові експериментальні дані порівняння швидкодії</a:t>
          </a:r>
          <a:endParaRPr lang="uk-UA" sz="1800" kern="1200" noProof="0" dirty="0">
            <a:solidFill>
              <a:schemeClr val="bg2"/>
            </a:solidFill>
          </a:endParaRPr>
        </a:p>
      </dsp:txBody>
      <dsp:txXfrm rot="-5400000">
        <a:off x="772953" y="2990609"/>
        <a:ext cx="8042500" cy="6476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B4A3C-8DD2-4924-BEA3-51021C89C5E8}">
      <dsp:nvSpPr>
        <dsp:cNvPr id="0" name=""/>
        <dsp:cNvSpPr/>
      </dsp:nvSpPr>
      <dsp:spPr>
        <a:xfrm rot="5400000">
          <a:off x="-165632" y="245197"/>
          <a:ext cx="1104217" cy="772952"/>
        </a:xfrm>
        <a:prstGeom prst="chevron">
          <a:avLst/>
        </a:prstGeo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kern="1200" dirty="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5</a:t>
          </a:r>
          <a:endParaRPr lang="ru-RU" sz="3200" kern="1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rot="-5400000">
        <a:off x="1" y="466040"/>
        <a:ext cx="772952" cy="331265"/>
      </dsp:txXfrm>
    </dsp:sp>
    <dsp:sp modelId="{6BB910F6-17A4-459A-8117-0D1B67DD59AC}">
      <dsp:nvSpPr>
        <dsp:cNvPr id="0" name=""/>
        <dsp:cNvSpPr/>
      </dsp:nvSpPr>
      <dsp:spPr>
        <a:xfrm rot="5400000">
          <a:off x="4377305" y="-3600144"/>
          <a:ext cx="868830" cy="8077537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800" kern="1200" noProof="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Розроблено комплексний підхід до реалізації довгої арифметики у множинних системах числення.</a:t>
          </a:r>
          <a:endParaRPr lang="uk-UA" sz="1800" kern="12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rot="-5400000">
        <a:off x="772952" y="46622"/>
        <a:ext cx="8035124" cy="784004"/>
      </dsp:txXfrm>
    </dsp:sp>
    <dsp:sp modelId="{EFE40D7F-A7E1-459C-9D17-1B72673A5577}">
      <dsp:nvSpPr>
        <dsp:cNvPr id="0" name=""/>
        <dsp:cNvSpPr/>
      </dsp:nvSpPr>
      <dsp:spPr>
        <a:xfrm rot="5400000">
          <a:off x="-165632" y="1203866"/>
          <a:ext cx="1104217" cy="772952"/>
        </a:xfrm>
        <a:prstGeom prst="chevron">
          <a:avLst/>
        </a:prstGeo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kern="1200" dirty="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6</a:t>
          </a:r>
          <a:endParaRPr lang="ru-RU" sz="3200" kern="1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rot="-5400000">
        <a:off x="1" y="1424709"/>
        <a:ext cx="772952" cy="331265"/>
      </dsp:txXfrm>
    </dsp:sp>
    <dsp:sp modelId="{196CB320-B45F-4F5E-B301-D4ED24486FA2}">
      <dsp:nvSpPr>
        <dsp:cNvPr id="0" name=""/>
        <dsp:cNvSpPr/>
      </dsp:nvSpPr>
      <dsp:spPr>
        <a:xfrm rot="5400000">
          <a:off x="4456062" y="-2647901"/>
          <a:ext cx="711317" cy="8077537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800" kern="1200" noProof="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 pitchFamily="34" charset="0"/>
              <a:ea typeface="+mn-ea"/>
              <a:cs typeface="Arial" pitchFamily="34" charset="0"/>
            </a:rPr>
            <a:t>Запропоновано метод двоетапного конвертування чисел між системами числення із заданою точністю.</a:t>
          </a:r>
          <a:endParaRPr lang="uk-UA" sz="1800" kern="1200" noProof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rot="-5400000">
        <a:off x="772952" y="1069933"/>
        <a:ext cx="8042813" cy="641869"/>
      </dsp:txXfrm>
    </dsp:sp>
    <dsp:sp modelId="{EDB1CE79-6AA3-47D0-B35F-2F0DA779EEC1}">
      <dsp:nvSpPr>
        <dsp:cNvPr id="0" name=""/>
        <dsp:cNvSpPr/>
      </dsp:nvSpPr>
      <dsp:spPr>
        <a:xfrm rot="5400000">
          <a:off x="-165632" y="2162535"/>
          <a:ext cx="1104217" cy="772952"/>
        </a:xfrm>
        <a:prstGeom prst="chevron">
          <a:avLst/>
        </a:prstGeo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b="0" kern="1200" dirty="0" smtClean="0">
              <a:solidFill>
                <a:schemeClr val="bg2"/>
              </a:solidFill>
            </a:rPr>
            <a:t>7</a:t>
          </a:r>
          <a:endParaRPr lang="ru-RU" sz="3200" b="0" kern="1200" dirty="0">
            <a:solidFill>
              <a:schemeClr val="bg2"/>
            </a:solidFill>
          </a:endParaRPr>
        </a:p>
      </dsp:txBody>
      <dsp:txXfrm rot="-5400000">
        <a:off x="1" y="2383378"/>
        <a:ext cx="772952" cy="331265"/>
      </dsp:txXfrm>
    </dsp:sp>
    <dsp:sp modelId="{418EDA24-781D-43FB-91E1-C88AAD1F607B}">
      <dsp:nvSpPr>
        <dsp:cNvPr id="0" name=""/>
        <dsp:cNvSpPr/>
      </dsp:nvSpPr>
      <dsp:spPr>
        <a:xfrm rot="5400000">
          <a:off x="4452850" y="-1682995"/>
          <a:ext cx="717741" cy="80775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800" kern="1200" noProof="0" dirty="0" smtClean="0">
              <a:solidFill>
                <a:schemeClr val="bg2"/>
              </a:solidFill>
            </a:rPr>
            <a:t>Набула подальшого розвитку архітектура інтеграції обчислювального ядра з модулями предметно-орієнтованих розрахунків.</a:t>
          </a:r>
          <a:endParaRPr lang="uk-UA" sz="1800" kern="1200" noProof="0" dirty="0">
            <a:solidFill>
              <a:schemeClr val="bg2"/>
            </a:solidFill>
          </a:endParaRPr>
        </a:p>
      </dsp:txBody>
      <dsp:txXfrm rot="-5400000">
        <a:off x="772953" y="2031939"/>
        <a:ext cx="8042500" cy="647667"/>
      </dsp:txXfrm>
    </dsp:sp>
    <dsp:sp modelId="{24E45A97-1AAF-41AA-A536-BDBF08CEAB2F}">
      <dsp:nvSpPr>
        <dsp:cNvPr id="0" name=""/>
        <dsp:cNvSpPr/>
      </dsp:nvSpPr>
      <dsp:spPr>
        <a:xfrm rot="5400000">
          <a:off x="-165632" y="3121205"/>
          <a:ext cx="1104217" cy="772952"/>
        </a:xfrm>
        <a:prstGeom prst="chevron">
          <a:avLst/>
        </a:prstGeom>
        <a:solidFill>
          <a:schemeClr val="bg1"/>
        </a:solidFill>
        <a:ln w="25400" cap="flat" cmpd="sng" algn="ctr">
          <a:solidFill>
            <a:srgbClr val="0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kern="1200" dirty="0" smtClean="0">
              <a:solidFill>
                <a:schemeClr val="bg2"/>
              </a:solidFill>
              <a:latin typeface="Arial" pitchFamily="34" charset="0"/>
              <a:ea typeface="+mn-ea"/>
              <a:cs typeface="Arial" pitchFamily="34" charset="0"/>
            </a:rPr>
            <a:t>8</a:t>
          </a:r>
          <a:endParaRPr lang="ru-RU" sz="3200" kern="1200" dirty="0">
            <a:solidFill>
              <a:schemeClr val="bg2"/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rot="-5400000">
        <a:off x="1" y="3342048"/>
        <a:ext cx="772952" cy="331265"/>
      </dsp:txXfrm>
    </dsp:sp>
    <dsp:sp modelId="{1392DB2A-23FC-4D5D-BA6D-223D6617D4ED}">
      <dsp:nvSpPr>
        <dsp:cNvPr id="0" name=""/>
        <dsp:cNvSpPr/>
      </dsp:nvSpPr>
      <dsp:spPr>
        <a:xfrm rot="5400000">
          <a:off x="4452850" y="-724325"/>
          <a:ext cx="717741" cy="80775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800" kern="1200" noProof="0" dirty="0" smtClean="0">
              <a:solidFill>
                <a:schemeClr val="bg2"/>
              </a:solidFill>
            </a:rPr>
            <a:t>Запропоновано методологію розробки галузево-орієнтованих обчислювальних систем з відкритою архітектурою.</a:t>
          </a:r>
          <a:endParaRPr lang="uk-UA" sz="1800" kern="1200" noProof="0" dirty="0">
            <a:solidFill>
              <a:schemeClr val="bg2"/>
            </a:solidFill>
          </a:endParaRPr>
        </a:p>
      </dsp:txBody>
      <dsp:txXfrm rot="-5400000">
        <a:off x="772953" y="2990609"/>
        <a:ext cx="8042500" cy="6476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44421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f6b39acb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f6b39acb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293474" y="1085850"/>
            <a:ext cx="86403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●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3581400" y="4729163"/>
            <a:ext cx="21336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5715000" y="4729163"/>
            <a:ext cx="28956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0" lvl="0" indent="0" algn="ctr" rtl="0">
              <a:spcBef>
                <a:spcPts val="0"/>
              </a:spcBef>
              <a:buNone/>
              <a:defRPr sz="1400"/>
            </a:lvl1pPr>
            <a:lvl2pPr marL="0" lvl="1" indent="0" algn="ctr" rtl="0">
              <a:spcBef>
                <a:spcPts val="0"/>
              </a:spcBef>
              <a:buNone/>
              <a:defRPr sz="1400"/>
            </a:lvl2pPr>
            <a:lvl3pPr marL="0" lvl="2" indent="0" algn="ctr" rtl="0">
              <a:spcBef>
                <a:spcPts val="0"/>
              </a:spcBef>
              <a:buNone/>
              <a:defRPr sz="1400"/>
            </a:lvl3pPr>
            <a:lvl4pPr marL="0" lvl="3" indent="0" algn="ctr" rtl="0">
              <a:spcBef>
                <a:spcPts val="0"/>
              </a:spcBef>
              <a:buNone/>
              <a:defRPr sz="1400"/>
            </a:lvl4pPr>
            <a:lvl5pPr marL="0" lvl="4" indent="0" algn="ctr" rtl="0">
              <a:spcBef>
                <a:spcPts val="0"/>
              </a:spcBef>
              <a:buNone/>
              <a:defRPr sz="1400"/>
            </a:lvl5pPr>
            <a:lvl6pPr marL="0" lvl="5" indent="0" algn="ctr" rtl="0">
              <a:spcBef>
                <a:spcPts val="0"/>
              </a:spcBef>
              <a:buNone/>
              <a:defRPr sz="1400"/>
            </a:lvl6pPr>
            <a:lvl7pPr marL="0" lvl="6" indent="0" algn="ctr" rtl="0">
              <a:spcBef>
                <a:spcPts val="0"/>
              </a:spcBef>
              <a:buNone/>
              <a:defRPr sz="1400"/>
            </a:lvl7pPr>
            <a:lvl8pPr marL="0" lvl="7" indent="0" algn="ctr" rtl="0">
              <a:spcBef>
                <a:spcPts val="0"/>
              </a:spcBef>
              <a:buNone/>
              <a:defRPr sz="1400"/>
            </a:lvl8pPr>
            <a:lvl9pPr marL="0" lvl="8" indent="0" algn="ctr" rtl="0">
              <a:spcBef>
                <a:spcPts val="0"/>
              </a:spcBef>
              <a:buNone/>
              <a:defRPr sz="14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diagramData" Target="../diagrams/data5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6" Type="http://schemas.openxmlformats.org/officeDocument/2006/relationships/diagramColors" Target="../diagrams/colors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562214"/>
              </a:buClr>
              <a:buSzPts val="4300"/>
            </a:pPr>
            <a:r>
              <a:rPr lang="uk-UA" b="1" dirty="0" smtClean="0"/>
              <a:t>Програмний комплекс підтримки інженерно-наукових розрахунків в галузі машинобудування</a:t>
            </a:r>
            <a:endParaRPr lang="uk-UA" b="1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 fontScale="92500" lnSpcReduction="10000"/>
          </a:bodyPr>
          <a:lstStyle/>
          <a:p>
            <a:pPr marL="27432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lang="uk-UA" dirty="0"/>
              <a:t>Виконав: </a:t>
            </a:r>
            <a:r>
              <a:rPr lang="uk-UA" dirty="0" smtClean="0"/>
              <a:t>Кононов М. А.</a:t>
            </a:r>
            <a:endParaRPr dirty="0"/>
          </a:p>
          <a:p>
            <a:pPr marL="27432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uk-UA" dirty="0"/>
              <a:t>Керівник: доцент, </a:t>
            </a:r>
            <a:r>
              <a:rPr lang="uk-UA" dirty="0" err="1"/>
              <a:t>к.т.н</a:t>
            </a:r>
            <a:r>
              <a:rPr lang="uk-UA" dirty="0"/>
              <a:t>. </a:t>
            </a:r>
            <a:r>
              <a:rPr lang="uk-UA" dirty="0" err="1" smtClean="0"/>
              <a:t>Лісовиченко</a:t>
            </a:r>
            <a:r>
              <a:rPr lang="uk-UA" dirty="0" smtClean="0"/>
              <a:t> О. </a:t>
            </a:r>
            <a:r>
              <a:rPr lang="uk-UA" dirty="0"/>
              <a:t>І</a:t>
            </a:r>
            <a:r>
              <a:rPr lang="uk-UA" dirty="0" smtClean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09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 dirty="0"/>
              <a:t>Мета дослідження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293474" y="1085850"/>
            <a:ext cx="8640300" cy="288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44857" indent="0">
              <a:spcBef>
                <a:spcPts val="0"/>
              </a:spcBef>
              <a:spcAft>
                <a:spcPts val="1200"/>
              </a:spcAft>
              <a:buSzPts val="2560"/>
              <a:buNone/>
            </a:pPr>
            <a:r>
              <a:rPr lang="ru-RU" sz="4200" dirty="0"/>
              <a:t>ПОКРАЩИТИ ШВИДКОДІЮ, ЕФЕКТИВНІСТЬ І ЗРУЧНІСТЬ ПРОГРАМНИХ ЗАСОБІВ ДЛЯ </a:t>
            </a:r>
            <a:r>
              <a:rPr lang="ru-RU" sz="4200"/>
              <a:t>ВИКОНАННЯ </a:t>
            </a:r>
            <a:r>
              <a:rPr lang="ru-RU" sz="4200" smtClean="0"/>
              <a:t>ІНЖЕНЕРНО-НАУКОВИХ РОЗРАХУНКІВ </a:t>
            </a:r>
            <a:r>
              <a:rPr lang="ru-RU" sz="4200" dirty="0"/>
              <a:t>У ГАЛУЗІ МАШИНОБУДУВАННЯ.</a:t>
            </a:r>
            <a:endParaRPr lang="uk-UA"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 dirty="0"/>
              <a:t>Об'єкт та предмет дослідження</a:t>
            </a:r>
            <a:endParaRPr dirty="0"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" name="Google Shape;83;p17"/>
          <p:cNvSpPr txBox="1">
            <a:spLocks noGrp="1"/>
          </p:cNvSpPr>
          <p:nvPr>
            <p:ph type="body" idx="1"/>
          </p:nvPr>
        </p:nvSpPr>
        <p:spPr>
          <a:xfrm>
            <a:off x="293474" y="1085850"/>
            <a:ext cx="86403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120903">
              <a:spcBef>
                <a:spcPts val="0"/>
              </a:spcBef>
              <a:spcAft>
                <a:spcPts val="1200"/>
              </a:spcAft>
              <a:buSzPts val="2560"/>
              <a:buNone/>
            </a:pPr>
            <a:r>
              <a:rPr lang="uk-UA" sz="2400" b="1" dirty="0" smtClean="0"/>
              <a:t>Об’єкт дослідження</a:t>
            </a:r>
            <a:r>
              <a:rPr lang="ru-RU" sz="2400" dirty="0" smtClean="0"/>
              <a:t> </a:t>
            </a:r>
            <a:r>
              <a:rPr lang="ru-RU" sz="2400" dirty="0"/>
              <a:t>– </a:t>
            </a:r>
            <a:r>
              <a:rPr lang="uk-UA" sz="2400" dirty="0" smtClean="0"/>
              <a:t>програмне забезпечення </a:t>
            </a:r>
            <a:r>
              <a:rPr lang="ru-RU" sz="2400" dirty="0" smtClean="0"/>
              <a:t>для </a:t>
            </a:r>
            <a:r>
              <a:rPr lang="uk-UA" sz="2400" dirty="0" smtClean="0"/>
              <a:t>виконання інженерно-наукових розрахунків</a:t>
            </a:r>
            <a:r>
              <a:rPr lang="ru-RU" sz="2400" dirty="0" smtClean="0"/>
              <a:t>.</a:t>
            </a:r>
            <a:endParaRPr lang="ru-RU" sz="2400" dirty="0"/>
          </a:p>
          <a:p>
            <a:pPr marL="365760" lvl="0" indent="-120903">
              <a:spcBef>
                <a:spcPts val="0"/>
              </a:spcBef>
              <a:spcAft>
                <a:spcPts val="1200"/>
              </a:spcAft>
              <a:buSzPts val="2560"/>
              <a:buNone/>
            </a:pPr>
            <a:r>
              <a:rPr lang="ru-RU" sz="2400" b="1" dirty="0"/>
              <a:t>Предмет </a:t>
            </a:r>
            <a:r>
              <a:rPr lang="uk-UA" sz="2400" b="1" dirty="0" smtClean="0"/>
              <a:t>дослідження</a:t>
            </a:r>
            <a:r>
              <a:rPr lang="uk-UA" sz="2400" dirty="0" smtClean="0"/>
              <a:t> – моделі побудови програмного забезпечення для виконання інженерно-наукових розрахунків </a:t>
            </a:r>
            <a:r>
              <a:rPr lang="ru-RU" sz="2400" dirty="0" smtClean="0"/>
              <a:t>в </a:t>
            </a:r>
            <a:r>
              <a:rPr lang="uk-UA" sz="2400" dirty="0" smtClean="0"/>
              <a:t>галузі машинобудування, алгоритми</a:t>
            </a:r>
            <a:r>
              <a:rPr lang="ru-RU" sz="2400" dirty="0" smtClean="0"/>
              <a:t> </a:t>
            </a:r>
            <a:r>
              <a:rPr lang="uk-UA" sz="2400" dirty="0" smtClean="0"/>
              <a:t>довгої</a:t>
            </a:r>
            <a:r>
              <a:rPr lang="ru-RU" sz="2400" dirty="0" smtClean="0"/>
              <a:t> арифметики </a:t>
            </a:r>
            <a:r>
              <a:rPr lang="ru-RU" sz="2400" dirty="0"/>
              <a:t>та </a:t>
            </a:r>
            <a:r>
              <a:rPr lang="uk-UA" sz="2400" dirty="0" smtClean="0"/>
              <a:t>методи їх тестування</a:t>
            </a:r>
            <a:r>
              <a:rPr lang="ru-RU" sz="2400" dirty="0" smtClean="0"/>
              <a:t>.</a:t>
            </a:r>
            <a:endParaRPr lang="ru-RU" sz="2400" dirty="0"/>
          </a:p>
          <a:p>
            <a:pPr marL="365760" lvl="0" indent="-120903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2560"/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 dirty="0"/>
              <a:t>Задачі дослідження</a:t>
            </a:r>
            <a:endParaRPr dirty="0"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293474" y="1085850"/>
            <a:ext cx="8640300" cy="38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>
              <a:spcBef>
                <a:spcPts val="0"/>
              </a:spcBef>
            </a:pPr>
            <a:r>
              <a:rPr lang="uk-UA" dirty="0" smtClean="0"/>
              <a:t>створити програмне</a:t>
            </a:r>
            <a:r>
              <a:rPr lang="ru-RU" dirty="0" smtClean="0"/>
              <a:t> </a:t>
            </a:r>
            <a:r>
              <a:rPr lang="uk-UA" dirty="0" smtClean="0"/>
              <a:t>забезпечення для вирішення деяких обчислювальних задач з машинобудування, зокрема обчислення ваги металопрокату, ваги або довжини троса, розривного зусилля та діаметра каната;</a:t>
            </a:r>
          </a:p>
          <a:p>
            <a:pPr marL="457200" lvl="0" indent="-320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uk-UA" dirty="0" smtClean="0"/>
              <a:t>розробити власні рішення в галузі довгої арифметики: функції для виконання основних арифметичних операцій, а також генератори випадкових наддовгих цілих та дробових чисел у заданому діапазоні або із заданою довжиною, створити рішення для генерування та обчислення випадкових математичних виразів із наддовгими числами;</a:t>
            </a:r>
          </a:p>
          <a:p>
            <a:pPr marL="457200" lvl="0" indent="-320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uk-UA" dirty="0" smtClean="0"/>
              <a:t>перевірити швидкодію та довести вірність результатів обчислень;</a:t>
            </a:r>
          </a:p>
          <a:p>
            <a:pPr lvl="0">
              <a:spcBef>
                <a:spcPts val="0"/>
              </a:spcBef>
            </a:pPr>
            <a:r>
              <a:rPr lang="uk-UA" dirty="0"/>
              <a:t>виконати порівняльний </a:t>
            </a:r>
            <a:r>
              <a:rPr lang="uk-UA" dirty="0" smtClean="0"/>
              <a:t>аналіз ефективності власних рішень з популярною бібліотекою </a:t>
            </a:r>
            <a:r>
              <a:rPr lang="en-US" dirty="0" smtClean="0"/>
              <a:t>GNU </a:t>
            </a:r>
            <a:r>
              <a:rPr lang="en-US" dirty="0"/>
              <a:t>Multiple Precision Arithmetic </a:t>
            </a:r>
            <a:r>
              <a:rPr lang="en-US" dirty="0" smtClean="0"/>
              <a:t>Library</a:t>
            </a:r>
            <a:r>
              <a:rPr lang="uk-UA" dirty="0" smtClean="0"/>
              <a:t>, використовуючи форки </a:t>
            </a:r>
            <a:r>
              <a:rPr lang="en-US" dirty="0" smtClean="0"/>
              <a:t>MPIR </a:t>
            </a:r>
            <a:r>
              <a:rPr lang="uk-UA" dirty="0" smtClean="0"/>
              <a:t>та </a:t>
            </a:r>
            <a:r>
              <a:rPr lang="en-US" dirty="0" smtClean="0"/>
              <a:t>MPFR</a:t>
            </a:r>
            <a:r>
              <a:rPr lang="uk-UA" dirty="0" smtClean="0"/>
              <a:t>;</a:t>
            </a:r>
          </a:p>
          <a:p>
            <a:pPr lvl="0">
              <a:spcBef>
                <a:spcPts val="0"/>
              </a:spcBef>
            </a:pPr>
            <a:r>
              <a:rPr lang="uk-UA" dirty="0" smtClean="0"/>
              <a:t>за допомогою сторонніх бібліотек створити більш точний аналог програмного засобу для обчислення степеня наддовгого числа</a:t>
            </a:r>
            <a:r>
              <a:rPr lang="uk-UA" dirty="0"/>
              <a:t>;</a:t>
            </a:r>
            <a:endParaRPr lang="uk-UA" dirty="0" smtClean="0"/>
          </a:p>
          <a:p>
            <a:pPr lvl="0">
              <a:spcBef>
                <a:spcPts val="0"/>
              </a:spcBef>
            </a:pPr>
            <a:r>
              <a:rPr lang="uk-UA" dirty="0" smtClean="0"/>
              <a:t>вирішити проблеми </a:t>
            </a:r>
            <a:r>
              <a:rPr lang="uk-UA" dirty="0" err="1" smtClean="0"/>
              <a:t>кросплатформеності</a:t>
            </a:r>
            <a:r>
              <a:rPr lang="uk-UA" dirty="0" smtClean="0"/>
              <a:t> та інтеграції нашої бібліотеки в інші програмні продукти.</a:t>
            </a:r>
            <a:endParaRPr dirty="0"/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493387983"/>
              </p:ext>
            </p:extLst>
          </p:nvPr>
        </p:nvGraphicFramePr>
        <p:xfrm>
          <a:off x="0" y="459873"/>
          <a:ext cx="9144000" cy="4683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Google Shape;89;p18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300"/>
            </a:pPr>
            <a:r>
              <a:rPr lang="uk-UA" dirty="0"/>
              <a:t>Існуючі рішення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dirty="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82316534"/>
              </p:ext>
            </p:extLst>
          </p:nvPr>
        </p:nvGraphicFramePr>
        <p:xfrm>
          <a:off x="0" y="459873"/>
          <a:ext cx="9144000" cy="4683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Google Shape;89;p18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300"/>
            </a:pPr>
            <a:r>
              <a:rPr lang="uk-UA" dirty="0"/>
              <a:t>Існуючі рішення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92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 dirty="0" smtClean="0"/>
              <a:t>Програмне забезпечення для виконання інженерно-наукових розрахунків (блок-схема)</a:t>
            </a:r>
            <a:endParaRPr dirty="0"/>
          </a:p>
        </p:txBody>
      </p:sp>
      <p:sp>
        <p:nvSpPr>
          <p:cNvPr id="105" name="Google Shape;105;p20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113" y="1081675"/>
            <a:ext cx="6660269" cy="4071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 dirty="0" smtClean="0"/>
              <a:t>Бібліотека для роботи з довгою арифметикою (блок-схема)</a:t>
            </a:r>
            <a:endParaRPr dirty="0"/>
          </a:p>
        </p:txBody>
      </p:sp>
      <p:sp>
        <p:nvSpPr>
          <p:cNvPr id="105" name="Google Shape;105;p20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118517399"/>
              </p:ext>
            </p:extLst>
          </p:nvPr>
        </p:nvGraphicFramePr>
        <p:xfrm>
          <a:off x="3" y="1217088"/>
          <a:ext cx="5305777" cy="2575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235198875"/>
              </p:ext>
            </p:extLst>
          </p:nvPr>
        </p:nvGraphicFramePr>
        <p:xfrm>
          <a:off x="5407378" y="1216801"/>
          <a:ext cx="3714056" cy="2575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3790849666"/>
              </p:ext>
            </p:extLst>
          </p:nvPr>
        </p:nvGraphicFramePr>
        <p:xfrm>
          <a:off x="0" y="3815644"/>
          <a:ext cx="9144000" cy="12304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427406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/>
              <a:t>Наукова новизна</a:t>
            </a:r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508704883"/>
              </p:ext>
            </p:extLst>
          </p:nvPr>
        </p:nvGraphicFramePr>
        <p:xfrm>
          <a:off x="112889" y="970846"/>
          <a:ext cx="8850490" cy="406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/>
              <a:t>Наукова новизна</a:t>
            </a:r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029687624"/>
              </p:ext>
            </p:extLst>
          </p:nvPr>
        </p:nvGraphicFramePr>
        <p:xfrm>
          <a:off x="112889" y="970846"/>
          <a:ext cx="8850490" cy="406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269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293500" y="25351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 dirty="0"/>
              <a:t>Практична значимість</a:t>
            </a:r>
            <a:endParaRPr dirty="0"/>
          </a:p>
        </p:txBody>
      </p:sp>
      <p:sp>
        <p:nvSpPr>
          <p:cNvPr id="119" name="Google Shape;119;p22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8091"/>
              </p:ext>
            </p:extLst>
          </p:nvPr>
        </p:nvGraphicFramePr>
        <p:xfrm>
          <a:off x="79020" y="596193"/>
          <a:ext cx="8974668" cy="4548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7334"/>
                <a:gridCol w="4487334"/>
              </a:tblGrid>
              <a:tr h="419807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Підвищення продуктивності роботи;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 startAt="8"/>
                        <a:tabLst/>
                        <a:defRPr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Зменшення виробничих витрат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</a:tr>
              <a:tr h="857956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Підвищення точності планування матеріальних ресурсів;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9"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Можливість роботи з числами надвеликої довжини;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3"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Забезпечення безпеки виробничих процесів;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10"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Універсальність роботи у різних системах числення;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Відсутність витрат на ліцензування;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11"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Швидке навчання користувачів;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</a:tr>
              <a:tr h="435751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Розширюваність функціональності;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12. Оптимізація документообігу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6"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Можливість перевірки вірності обчислень; 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13"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Зниження залежності від зовнішніх постачальників програм;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 startAt="7"/>
                      </a:pPr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Гнучке управління довідковими даними;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800" b="0" noProof="0" dirty="0" smtClean="0">
                          <a:solidFill>
                            <a:schemeClr val="bg2"/>
                          </a:solidFill>
                        </a:rPr>
                        <a:t>14. Скорочення</a:t>
                      </a:r>
                      <a:r>
                        <a:rPr lang="uk-UA" sz="1800" b="0" baseline="0" noProof="0" dirty="0" smtClean="0">
                          <a:solidFill>
                            <a:schemeClr val="bg2"/>
                          </a:solidFill>
                        </a:rPr>
                        <a:t> витрат на впровадження.</a:t>
                      </a:r>
                      <a:endParaRPr lang="uk-UA" sz="1800" b="0" noProof="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1162755" y="158045"/>
            <a:ext cx="6829777" cy="483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0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174045" y="90311"/>
            <a:ext cx="6728177" cy="492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4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 dirty="0" smtClean="0"/>
              <a:t>Висновки:</a:t>
            </a:r>
            <a:endParaRPr dirty="0"/>
          </a:p>
        </p:txBody>
      </p:sp>
      <p:sp>
        <p:nvSpPr>
          <p:cNvPr id="126" name="Google Shape;126;p23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" name="Google Shape;90;p18"/>
          <p:cNvSpPr txBox="1">
            <a:spLocks noGrp="1"/>
          </p:cNvSpPr>
          <p:nvPr>
            <p:ph type="body" idx="1"/>
          </p:nvPr>
        </p:nvSpPr>
        <p:spPr>
          <a:xfrm>
            <a:off x="293474" y="1085850"/>
            <a:ext cx="8640300" cy="386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>
              <a:spcBef>
                <a:spcPts val="0"/>
              </a:spcBef>
            </a:pPr>
            <a:r>
              <a:rPr lang="uk-UA" dirty="0" smtClean="0"/>
              <a:t>створено </a:t>
            </a:r>
            <a:r>
              <a:rPr lang="uk-UA" dirty="0"/>
              <a:t>програмне забезпечення для вирішення деяких обчислювальних задач з машинобудування, зокрема обчислення ваги металопрокату, ваги або довжини троса, розривного зусилля та діаметра каната;</a:t>
            </a:r>
          </a:p>
          <a:p>
            <a:pPr lvl="0">
              <a:spcBef>
                <a:spcPts val="0"/>
              </a:spcBef>
            </a:pPr>
            <a:r>
              <a:rPr lang="uk-UA" dirty="0" smtClean="0"/>
              <a:t>розроблено </a:t>
            </a:r>
            <a:r>
              <a:rPr lang="uk-UA" dirty="0"/>
              <a:t>власні рішення в галузі довгої арифметики: функції для виконання основних арифметичних операцій, а також генератори випадкових наддовгих цілих та дробових чисел у заданому діапазоні або із заданою довжиною, </a:t>
            </a:r>
            <a:r>
              <a:rPr lang="uk-UA" dirty="0" smtClean="0"/>
              <a:t>створено </a:t>
            </a:r>
            <a:r>
              <a:rPr lang="uk-UA" dirty="0"/>
              <a:t>рішення для генерування та обчислення випадкових математичних виразів із наддовгими числами;</a:t>
            </a:r>
          </a:p>
          <a:p>
            <a:pPr lvl="0">
              <a:spcBef>
                <a:spcPts val="0"/>
              </a:spcBef>
            </a:pPr>
            <a:r>
              <a:rPr lang="uk-UA" dirty="0" smtClean="0"/>
              <a:t>перевірено </a:t>
            </a:r>
            <a:r>
              <a:rPr lang="uk-UA" dirty="0"/>
              <a:t>швидкодію та </a:t>
            </a:r>
            <a:r>
              <a:rPr lang="uk-UA" dirty="0" smtClean="0"/>
              <a:t>доведено </a:t>
            </a:r>
            <a:r>
              <a:rPr lang="uk-UA" dirty="0"/>
              <a:t>вірність результатів обчислень;</a:t>
            </a:r>
          </a:p>
          <a:p>
            <a:pPr lvl="0">
              <a:spcBef>
                <a:spcPts val="0"/>
              </a:spcBef>
            </a:pPr>
            <a:r>
              <a:rPr lang="uk-UA" dirty="0" smtClean="0"/>
              <a:t>виконано </a:t>
            </a:r>
            <a:r>
              <a:rPr lang="uk-UA" dirty="0"/>
              <a:t>порівняльний аналіз ефективності власних рішень з популярною бібліотекою </a:t>
            </a:r>
            <a:r>
              <a:rPr lang="en-GB" dirty="0"/>
              <a:t>GNU Multiple Precision Arithmetic Library, </a:t>
            </a:r>
            <a:r>
              <a:rPr lang="uk-UA" dirty="0"/>
              <a:t>використовуючи форки </a:t>
            </a:r>
            <a:r>
              <a:rPr lang="en-GB" dirty="0"/>
              <a:t>MPIR </a:t>
            </a:r>
            <a:r>
              <a:rPr lang="uk-UA" dirty="0"/>
              <a:t>та </a:t>
            </a:r>
            <a:r>
              <a:rPr lang="en-GB" dirty="0"/>
              <a:t>MPFR;</a:t>
            </a:r>
          </a:p>
          <a:p>
            <a:pPr lvl="0">
              <a:spcBef>
                <a:spcPts val="0"/>
              </a:spcBef>
            </a:pPr>
            <a:r>
              <a:rPr lang="uk-UA" dirty="0"/>
              <a:t>за допомогою сторонніх бібліотек </a:t>
            </a:r>
            <a:r>
              <a:rPr lang="uk-UA" dirty="0" smtClean="0"/>
              <a:t>створено </a:t>
            </a:r>
            <a:r>
              <a:rPr lang="uk-UA" dirty="0"/>
              <a:t>більш точний аналог програмного засобу для обчислення степеня наддовгого числа;</a:t>
            </a:r>
          </a:p>
          <a:p>
            <a:pPr lvl="0">
              <a:spcBef>
                <a:spcPts val="0"/>
              </a:spcBef>
            </a:pPr>
            <a:r>
              <a:rPr lang="uk-UA" dirty="0" smtClean="0"/>
              <a:t>вирішено </a:t>
            </a:r>
            <a:r>
              <a:rPr lang="uk-UA" dirty="0"/>
              <a:t>проблеми </a:t>
            </a:r>
            <a:r>
              <a:rPr lang="uk-UA" dirty="0" err="1"/>
              <a:t>кросплатформеності</a:t>
            </a:r>
            <a:r>
              <a:rPr lang="uk-UA" dirty="0"/>
              <a:t> та інтеграції нашої бібліотеки в інші програмні продукти.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293500" y="205975"/>
            <a:ext cx="844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/>
              <a:t>Апробація</a:t>
            </a: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293474" y="814915"/>
            <a:ext cx="8640300" cy="114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296" lvl="0" indent="0">
              <a:spcBef>
                <a:spcPts val="0"/>
              </a:spcBef>
              <a:spcAft>
                <a:spcPts val="1200"/>
              </a:spcAft>
              <a:buSzPts val="2560"/>
              <a:buNone/>
            </a:pPr>
            <a:r>
              <a:rPr lang="uk-UA" dirty="0"/>
              <a:t>Робота пройшла апробацію на державному підприємстві «Суднобудівний завод імені 61 </a:t>
            </a:r>
            <a:r>
              <a:rPr lang="uk-UA" dirty="0" smtClean="0"/>
              <a:t>комунара» (належить до концерну </a:t>
            </a:r>
            <a:r>
              <a:rPr lang="uk-UA" dirty="0"/>
              <a:t>«</a:t>
            </a:r>
            <a:r>
              <a:rPr lang="uk-UA" dirty="0" err="1"/>
              <a:t>Укроборонпром</a:t>
            </a:r>
            <a:r>
              <a:rPr lang="uk-UA" dirty="0" smtClean="0"/>
              <a:t>»), </a:t>
            </a:r>
            <a:r>
              <a:rPr lang="uk-UA" dirty="0"/>
              <a:t>що підтверджується відповідною довідкою про впровадження</a:t>
            </a:r>
            <a:endParaRPr dirty="0"/>
          </a:p>
        </p:txBody>
      </p:sp>
      <p:sp>
        <p:nvSpPr>
          <p:cNvPr id="134" name="Google Shape;134;p24"/>
          <p:cNvSpPr txBox="1">
            <a:spLocks noGrp="1"/>
          </p:cNvSpPr>
          <p:nvPr>
            <p:ph type="sldNum" idx="12"/>
          </p:nvPr>
        </p:nvSpPr>
        <p:spPr>
          <a:xfrm>
            <a:off x="8610598" y="126288"/>
            <a:ext cx="457200" cy="357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15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566" y="1668592"/>
            <a:ext cx="2662056" cy="3392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1403648" y="2031690"/>
            <a:ext cx="7200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uk-UA" b="1"/>
              <a:t>Дякую за увагу</a:t>
            </a:r>
            <a:endParaRPr b="1"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623</Words>
  <Application>Microsoft Office PowerPoint</Application>
  <PresentationFormat>Экран (16:9)</PresentationFormat>
  <Paragraphs>102</Paragraphs>
  <Slides>16</Slides>
  <Notes>16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Gameday</vt:lpstr>
      <vt:lpstr>Програмний комплекс підтримки інженерно-наукових розрахунків в галузі машинобудування</vt:lpstr>
      <vt:lpstr>Мета дослідження</vt:lpstr>
      <vt:lpstr>Об'єкт та предмет дослідження</vt:lpstr>
      <vt:lpstr>Задачі дослідження</vt:lpstr>
      <vt:lpstr>Існуючі рішення</vt:lpstr>
      <vt:lpstr>Існуючі рішення</vt:lpstr>
      <vt:lpstr>Програмне забезпечення для виконання інженерно-наукових розрахунків (блок-схема)</vt:lpstr>
      <vt:lpstr>Бібліотека для роботи з довгою арифметикою (блок-схема)</vt:lpstr>
      <vt:lpstr>Наукова новизна</vt:lpstr>
      <vt:lpstr>Наукова новизна</vt:lpstr>
      <vt:lpstr>Практична значимість</vt:lpstr>
      <vt:lpstr>Презентация PowerPoint</vt:lpstr>
      <vt:lpstr>Презентация PowerPoint</vt:lpstr>
      <vt:lpstr>Висновки:</vt:lpstr>
      <vt:lpstr>Апробація</vt:lpstr>
      <vt:lpstr>Дякую за увагу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МАГІСТЕРСЬКОЇ ДИСЕРТАЦІЇ</dc:title>
  <dc:creator>Maksym</dc:creator>
  <cp:lastModifiedBy>Maksym</cp:lastModifiedBy>
  <cp:revision>69</cp:revision>
  <dcterms:modified xsi:type="dcterms:W3CDTF">2025-12-17T21:55:04Z</dcterms:modified>
</cp:coreProperties>
</file>